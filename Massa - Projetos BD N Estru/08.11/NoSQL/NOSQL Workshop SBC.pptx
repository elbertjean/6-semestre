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1.xml" ContentType="application/vnd.openxmlformats-officedocument.drawingml.char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8"/>
  </p:notesMasterIdLst>
  <p:sldIdLst>
    <p:sldId id="256" r:id="rId2"/>
    <p:sldId id="263" r:id="rId3"/>
    <p:sldId id="264" r:id="rId4"/>
    <p:sldId id="359" r:id="rId5"/>
    <p:sldId id="360" r:id="rId6"/>
    <p:sldId id="361" r:id="rId7"/>
    <p:sldId id="362" r:id="rId8"/>
    <p:sldId id="380" r:id="rId9"/>
    <p:sldId id="381" r:id="rId10"/>
    <p:sldId id="382" r:id="rId11"/>
    <p:sldId id="383" r:id="rId12"/>
    <p:sldId id="384" r:id="rId13"/>
    <p:sldId id="295" r:id="rId14"/>
    <p:sldId id="304" r:id="rId15"/>
    <p:sldId id="296" r:id="rId16"/>
    <p:sldId id="305" r:id="rId17"/>
    <p:sldId id="303" r:id="rId18"/>
    <p:sldId id="306" r:id="rId19"/>
    <p:sldId id="297" r:id="rId20"/>
    <p:sldId id="347" r:id="rId21"/>
    <p:sldId id="348" r:id="rId22"/>
    <p:sldId id="346" r:id="rId23"/>
    <p:sldId id="300" r:id="rId24"/>
    <p:sldId id="307" r:id="rId25"/>
    <p:sldId id="308" r:id="rId26"/>
    <p:sldId id="319" r:id="rId27"/>
    <p:sldId id="320" r:id="rId28"/>
    <p:sldId id="349" r:id="rId29"/>
    <p:sldId id="321" r:id="rId30"/>
    <p:sldId id="322" r:id="rId31"/>
    <p:sldId id="323" r:id="rId32"/>
    <p:sldId id="324" r:id="rId33"/>
    <p:sldId id="325" r:id="rId34"/>
    <p:sldId id="350" r:id="rId35"/>
    <p:sldId id="309" r:id="rId36"/>
    <p:sldId id="310" r:id="rId37"/>
    <p:sldId id="311" r:id="rId38"/>
    <p:sldId id="312" r:id="rId39"/>
    <p:sldId id="313" r:id="rId40"/>
    <p:sldId id="314" r:id="rId41"/>
    <p:sldId id="327" r:id="rId42"/>
    <p:sldId id="332" r:id="rId43"/>
    <p:sldId id="328" r:id="rId44"/>
    <p:sldId id="329" r:id="rId45"/>
    <p:sldId id="315" r:id="rId46"/>
    <p:sldId id="316" r:id="rId47"/>
    <p:sldId id="317" r:id="rId48"/>
    <p:sldId id="318" r:id="rId49"/>
    <p:sldId id="299" r:id="rId50"/>
    <p:sldId id="337" r:id="rId51"/>
    <p:sldId id="351" r:id="rId52"/>
    <p:sldId id="336" r:id="rId53"/>
    <p:sldId id="333" r:id="rId54"/>
    <p:sldId id="335" r:id="rId55"/>
    <p:sldId id="334" r:id="rId56"/>
    <p:sldId id="341" r:id="rId57"/>
    <p:sldId id="331" r:id="rId58"/>
    <p:sldId id="377" r:id="rId59"/>
    <p:sldId id="354" r:id="rId60"/>
    <p:sldId id="355" r:id="rId61"/>
    <p:sldId id="356" r:id="rId62"/>
    <p:sldId id="357" r:id="rId63"/>
    <p:sldId id="358" r:id="rId64"/>
    <p:sldId id="369" r:id="rId65"/>
    <p:sldId id="370" r:id="rId66"/>
    <p:sldId id="371" r:id="rId67"/>
    <p:sldId id="372" r:id="rId68"/>
    <p:sldId id="373" r:id="rId69"/>
    <p:sldId id="375" r:id="rId70"/>
    <p:sldId id="376" r:id="rId71"/>
    <p:sldId id="386" r:id="rId72"/>
    <p:sldId id="387" r:id="rId73"/>
    <p:sldId id="388" r:id="rId74"/>
    <p:sldId id="389" r:id="rId75"/>
    <p:sldId id="390" r:id="rId76"/>
    <p:sldId id="391" r:id="rId77"/>
    <p:sldId id="392" r:id="rId78"/>
    <p:sldId id="393" r:id="rId79"/>
    <p:sldId id="394" r:id="rId80"/>
    <p:sldId id="395" r:id="rId81"/>
    <p:sldId id="396" r:id="rId82"/>
    <p:sldId id="397" r:id="rId83"/>
    <p:sldId id="338" r:id="rId84"/>
    <p:sldId id="339" r:id="rId85"/>
    <p:sldId id="340" r:id="rId86"/>
    <p:sldId id="385" r:id="rId8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74" autoAdjust="0"/>
    <p:restoredTop sz="94660"/>
  </p:normalViewPr>
  <p:slideViewPr>
    <p:cSldViewPr>
      <p:cViewPr varScale="1">
        <p:scale>
          <a:sx n="78" d="100"/>
          <a:sy n="78" d="100"/>
        </p:scale>
        <p:origin x="864" y="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Pasta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6860892388451443E-2"/>
          <c:y val="1.5159113776090607E-2"/>
          <c:w val="0.83342519685039373"/>
          <c:h val="0.898550209093622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Plan1!$C$3</c:f>
              <c:strCache>
                <c:ptCount val="1"/>
                <c:pt idx="0">
                  <c:v>LucidDB</c:v>
                </c:pt>
              </c:strCache>
            </c:strRef>
          </c:tx>
          <c:invertIfNegative val="0"/>
          <c:cat>
            <c:strRef>
              <c:f>Plan1!$B$4:$B$7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Plan1!$C$4:$C$7</c:f>
              <c:numCache>
                <c:formatCode>General</c:formatCode>
                <c:ptCount val="4"/>
                <c:pt idx="0">
                  <c:v>4014</c:v>
                </c:pt>
                <c:pt idx="1">
                  <c:v>2338</c:v>
                </c:pt>
                <c:pt idx="2">
                  <c:v>2402</c:v>
                </c:pt>
                <c:pt idx="3">
                  <c:v>2599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AC-4667-8888-C0DD2E847F88}"/>
            </c:ext>
          </c:extLst>
        </c:ser>
        <c:ser>
          <c:idx val="1"/>
          <c:order val="1"/>
          <c:tx>
            <c:strRef>
              <c:f>Plan1!$D$3</c:f>
              <c:strCache>
                <c:ptCount val="1"/>
                <c:pt idx="0">
                  <c:v>MySQL</c:v>
                </c:pt>
              </c:strCache>
            </c:strRef>
          </c:tx>
          <c:invertIfNegative val="0"/>
          <c:cat>
            <c:strRef>
              <c:f>Plan1!$B$4:$B$7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Plan1!$D$4:$D$7</c:f>
              <c:numCache>
                <c:formatCode>General</c:formatCode>
                <c:ptCount val="4"/>
                <c:pt idx="0">
                  <c:v>25312</c:v>
                </c:pt>
                <c:pt idx="1">
                  <c:v>25549</c:v>
                </c:pt>
                <c:pt idx="2">
                  <c:v>30512</c:v>
                </c:pt>
                <c:pt idx="3">
                  <c:v>17300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AC-4667-8888-C0DD2E847F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6832352"/>
        <c:axId val="226832744"/>
      </c:barChart>
      <c:catAx>
        <c:axId val="2268323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26832744"/>
        <c:crosses val="autoZero"/>
        <c:auto val="1"/>
        <c:lblAlgn val="ctr"/>
        <c:lblOffset val="100"/>
        <c:noMultiLvlLbl val="0"/>
      </c:catAx>
      <c:valAx>
        <c:axId val="22683274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26832352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0A721A-3396-4DF7-932C-AF06637B7714}" type="datetimeFigureOut">
              <a:rPr lang="pt-BR" smtClean="0"/>
              <a:t>03/04/2024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D5147-9039-413A-9BD3-0A4174E6D4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71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427656-0DC7-40CD-84CB-9EFA2174C834}" type="slidenum">
              <a:rPr lang="pt-BR"/>
              <a:pPr/>
              <a:t>2</a:t>
            </a:fld>
            <a:endParaRPr lang="pt-BR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5664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427656-0DC7-40CD-84CB-9EFA2174C834}" type="slidenum">
              <a:rPr lang="pt-BR"/>
              <a:pPr/>
              <a:t>3</a:t>
            </a:fld>
            <a:endParaRPr lang="pt-BR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36523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Mostrar o interpretador</a:t>
            </a:r>
            <a:r>
              <a:rPr lang="pt-BR" baseline="0" dirty="0"/>
              <a:t> e o editor do IDLE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42A9CA-BADA-48A6-9649-E4C681E4E52F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4987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Mostrar o interpretador</a:t>
            </a:r>
            <a:r>
              <a:rPr lang="pt-BR" baseline="0" dirty="0"/>
              <a:t> e o editor do IDLE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42A9CA-BADA-48A6-9649-E4C681E4E52F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2915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Mostrar o interpretador</a:t>
            </a:r>
            <a:r>
              <a:rPr lang="pt-BR" baseline="0" dirty="0"/>
              <a:t> e o editor do IDLE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42A9CA-BADA-48A6-9649-E4C681E4E52F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397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Mostrar o interpretador</a:t>
            </a:r>
            <a:r>
              <a:rPr lang="pt-BR" baseline="0" dirty="0"/>
              <a:t> e o editor do IDLE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42A9CA-BADA-48A6-9649-E4C681E4E52F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3485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427656-0DC7-40CD-84CB-9EFA2174C834}" type="slidenum">
              <a:rPr lang="pt-BR"/>
              <a:pPr/>
              <a:t>13</a:t>
            </a:fld>
            <a:endParaRPr lang="pt-BR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13468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427656-0DC7-40CD-84CB-9EFA2174C834}" type="slidenum">
              <a:rPr lang="pt-BR"/>
              <a:pPr/>
              <a:t>15</a:t>
            </a:fld>
            <a:endParaRPr lang="pt-BR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09070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427656-0DC7-40CD-84CB-9EFA2174C834}" type="slidenum">
              <a:rPr lang="pt-BR"/>
              <a:pPr/>
              <a:t>16</a:t>
            </a:fld>
            <a:endParaRPr lang="pt-BR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01985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427656-0DC7-40CD-84CB-9EFA2174C834}" type="slidenum">
              <a:rPr lang="pt-BR"/>
              <a:pPr/>
              <a:t>17</a:t>
            </a:fld>
            <a:endParaRPr lang="pt-BR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17867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427656-0DC7-40CD-84CB-9EFA2174C834}" type="slidenum">
              <a:rPr lang="pt-BR"/>
              <a:pPr/>
              <a:t>18</a:t>
            </a:fld>
            <a:endParaRPr lang="pt-BR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773233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427656-0DC7-40CD-84CB-9EFA2174C834}" type="slidenum">
              <a:rPr lang="pt-BR"/>
              <a:pPr/>
              <a:t>19</a:t>
            </a:fld>
            <a:endParaRPr lang="pt-BR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46860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427656-0DC7-40CD-84CB-9EFA2174C834}" type="slidenum">
              <a:rPr lang="pt-BR"/>
              <a:pPr/>
              <a:t>20</a:t>
            </a:fld>
            <a:endParaRPr lang="pt-BR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574139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427656-0DC7-40CD-84CB-9EFA2174C834}" type="slidenum">
              <a:rPr lang="pt-BR"/>
              <a:pPr/>
              <a:t>21</a:t>
            </a:fld>
            <a:endParaRPr lang="pt-BR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06475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427656-0DC7-40CD-84CB-9EFA2174C834}" type="slidenum">
              <a:rPr lang="pt-BR"/>
              <a:pPr/>
              <a:t>22</a:t>
            </a:fld>
            <a:endParaRPr lang="pt-BR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38453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427656-0DC7-40CD-84CB-9EFA2174C834}" type="slidenum">
              <a:rPr lang="pt-BR"/>
              <a:pPr/>
              <a:t>23</a:t>
            </a:fld>
            <a:endParaRPr lang="pt-BR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94295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427656-0DC7-40CD-84CB-9EFA2174C834}" type="slidenum">
              <a:rPr lang="pt-BR"/>
              <a:pPr/>
              <a:t>24</a:t>
            </a:fld>
            <a:endParaRPr lang="pt-BR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78598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427656-0DC7-40CD-84CB-9EFA2174C834}" type="slidenum">
              <a:rPr lang="pt-BR"/>
              <a:pPr/>
              <a:t>28</a:t>
            </a:fld>
            <a:endParaRPr lang="pt-BR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861135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427656-0DC7-40CD-84CB-9EFA2174C834}" type="slidenum">
              <a:rPr lang="pt-BR"/>
              <a:pPr/>
              <a:t>34</a:t>
            </a:fld>
            <a:endParaRPr lang="pt-BR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95981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427656-0DC7-40CD-84CB-9EFA2174C834}" type="slidenum">
              <a:rPr lang="pt-BR"/>
              <a:pPr/>
              <a:t>49</a:t>
            </a:fld>
            <a:endParaRPr lang="pt-BR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38727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427656-0DC7-40CD-84CB-9EFA2174C834}" type="slidenum">
              <a:rPr lang="pt-BR"/>
              <a:pPr/>
              <a:t>50</a:t>
            </a:fld>
            <a:endParaRPr lang="pt-BR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09226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427656-0DC7-40CD-84CB-9EFA2174C834}" type="slidenum">
              <a:rPr lang="pt-BR"/>
              <a:pPr/>
              <a:t>51</a:t>
            </a:fld>
            <a:endParaRPr lang="pt-BR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44643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427656-0DC7-40CD-84CB-9EFA2174C834}" type="slidenum">
              <a:rPr lang="pt-BR"/>
              <a:pPr/>
              <a:t>52</a:t>
            </a:fld>
            <a:endParaRPr lang="pt-BR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90281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427656-0DC7-40CD-84CB-9EFA2174C834}" type="slidenum">
              <a:rPr lang="pt-BR"/>
              <a:pPr/>
              <a:t>53</a:t>
            </a:fld>
            <a:endParaRPr lang="pt-BR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96945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427656-0DC7-40CD-84CB-9EFA2174C834}" type="slidenum">
              <a:rPr lang="pt-BR"/>
              <a:pPr/>
              <a:t>54</a:t>
            </a:fld>
            <a:endParaRPr lang="pt-BR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731415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427656-0DC7-40CD-84CB-9EFA2174C834}" type="slidenum">
              <a:rPr lang="pt-BR"/>
              <a:pPr/>
              <a:t>55</a:t>
            </a:fld>
            <a:endParaRPr lang="pt-BR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851900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42A9CA-BADA-48A6-9649-E4C681E4E52F}" type="slidenum">
              <a:rPr lang="pt-BR" smtClean="0"/>
              <a:pPr/>
              <a:t>65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98785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42A9CA-BADA-48A6-9649-E4C681E4E52F}" type="slidenum">
              <a:rPr lang="pt-BR" smtClean="0"/>
              <a:pPr/>
              <a:t>66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74199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42A9CA-BADA-48A6-9649-E4C681E4E52F}" type="slidenum">
              <a:rPr lang="pt-BR" smtClean="0"/>
              <a:pPr/>
              <a:t>67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48418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42A9CA-BADA-48A6-9649-E4C681E4E52F}" type="slidenum">
              <a:rPr lang="pt-BR" smtClean="0"/>
              <a:pPr/>
              <a:t>83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37291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42A9CA-BADA-48A6-9649-E4C681E4E52F}" type="slidenum">
              <a:rPr lang="pt-BR" smtClean="0"/>
              <a:pPr/>
              <a:t>84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1483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42A9CA-BADA-48A6-9649-E4C681E4E52F}" type="slidenum">
              <a:rPr lang="pt-BR" smtClean="0"/>
              <a:pPr/>
              <a:t>85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52831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42A9CA-BADA-48A6-9649-E4C681E4E52F}" type="slidenum">
              <a:rPr lang="pt-BR" smtClean="0"/>
              <a:pPr/>
              <a:t>86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4598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EFAC-F34E-47C1-A7DE-CA96E064277D}" type="datetimeFigureOut">
              <a:rPr lang="pt-BR" smtClean="0"/>
              <a:t>03/04/2024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D4D9B-AF17-4B59-9A13-500BC5632A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266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EFAC-F34E-47C1-A7DE-CA96E064277D}" type="datetimeFigureOut">
              <a:rPr lang="pt-BR" smtClean="0"/>
              <a:t>03/04/2024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D4D9B-AF17-4B59-9A13-500BC5632A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652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EFAC-F34E-47C1-A7DE-CA96E064277D}" type="datetimeFigureOut">
              <a:rPr lang="pt-BR" smtClean="0"/>
              <a:t>03/04/2024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D4D9B-AF17-4B59-9A13-500BC5632A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1937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EFAC-F34E-47C1-A7DE-CA96E064277D}" type="datetimeFigureOut">
              <a:rPr lang="pt-BR" smtClean="0"/>
              <a:t>03/04/2024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D4D9B-AF17-4B59-9A13-500BC5632A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387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EFAC-F34E-47C1-A7DE-CA96E064277D}" type="datetimeFigureOut">
              <a:rPr lang="pt-BR" smtClean="0"/>
              <a:t>03/04/2024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D4D9B-AF17-4B59-9A13-500BC5632A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700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EFAC-F34E-47C1-A7DE-CA96E064277D}" type="datetimeFigureOut">
              <a:rPr lang="pt-BR" smtClean="0"/>
              <a:t>03/04/2024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D4D9B-AF17-4B59-9A13-500BC5632A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5143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EFAC-F34E-47C1-A7DE-CA96E064277D}" type="datetimeFigureOut">
              <a:rPr lang="pt-BR" smtClean="0"/>
              <a:t>03/04/2024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D4D9B-AF17-4B59-9A13-500BC5632A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8105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EFAC-F34E-47C1-A7DE-CA96E064277D}" type="datetimeFigureOut">
              <a:rPr lang="pt-BR" smtClean="0"/>
              <a:t>03/04/2024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D4D9B-AF17-4B59-9A13-500BC5632A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9821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EFAC-F34E-47C1-A7DE-CA96E064277D}" type="datetimeFigureOut">
              <a:rPr lang="pt-BR" smtClean="0"/>
              <a:t>03/04/2024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D4D9B-AF17-4B59-9A13-500BC5632A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0158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EFAC-F34E-47C1-A7DE-CA96E064277D}" type="datetimeFigureOut">
              <a:rPr lang="pt-BR" smtClean="0"/>
              <a:t>03/04/2024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D4D9B-AF17-4B59-9A13-500BC5632A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4338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EFAC-F34E-47C1-A7DE-CA96E064277D}" type="datetimeFigureOut">
              <a:rPr lang="pt-BR" smtClean="0"/>
              <a:t>03/04/2024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D4D9B-AF17-4B59-9A13-500BC5632A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7169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4EFAC-F34E-47C1-A7DE-CA96E064277D}" type="datetimeFigureOut">
              <a:rPr lang="pt-BR" smtClean="0"/>
              <a:t>03/04/2024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D4D9B-AF17-4B59-9A13-500BC5632A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7927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st.github.com/4667205" TargetMode="Externa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eg"/><Relationship Id="rId5" Type="http://schemas.openxmlformats.org/officeDocument/2006/relationships/image" Target="../media/image38.png"/><Relationship Id="rId4" Type="http://schemas.openxmlformats.org/officeDocument/2006/relationships/image" Target="../media/image37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lthingsdistributed.com/files/amazon-dynamo-sosp2007.pdf" TargetMode="External"/><Relationship Id="rId2" Type="http://schemas.openxmlformats.org/officeDocument/2006/relationships/hyperlink" Target="http://research.google.com/archive/bigtable.html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e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jpeg"/><Relationship Id="rId9" Type="http://schemas.openxmlformats.org/officeDocument/2006/relationships/image" Target="../media/image49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s://gist.github.com/fmasanori/5923215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lideshare.net/fmasanori/benchmark-luciddb-x-mysql-para-aplicaes-de-business-intelligence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jpeg"/><Relationship Id="rId4" Type="http://schemas.openxmlformats.org/officeDocument/2006/relationships/image" Target="../media/image61.gi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jpeg"/><Relationship Id="rId3" Type="http://schemas.openxmlformats.org/officeDocument/2006/relationships/image" Target="../media/image64.jpe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42.jpeg"/><Relationship Id="rId4" Type="http://schemas.openxmlformats.org/officeDocument/2006/relationships/image" Target="../media/image65.jpeg"/><Relationship Id="rId9" Type="http://schemas.openxmlformats.org/officeDocument/2006/relationships/image" Target="../media/image37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jpe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youtube.com/watch?v=rRoy6I4gKWU" TargetMode="Externa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tr.ee/fmasanori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-12560" y="2949238"/>
            <a:ext cx="9156560" cy="390876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+mj-lt"/>
              </a:rPr>
              <a:t>NOSQL: um panorama deste movimento de bancos de dados </a:t>
            </a:r>
            <a:r>
              <a:rPr lang="pt-BR" sz="3200" dirty="0" err="1">
                <a:latin typeface="+mj-lt"/>
              </a:rPr>
              <a:t>semi</a:t>
            </a:r>
            <a:r>
              <a:rPr lang="pt-BR" sz="3200" dirty="0">
                <a:latin typeface="+mj-lt"/>
              </a:rPr>
              <a:t> estruturados, suas vantagens e desvantagens e posicionamento no mercado atual</a:t>
            </a:r>
          </a:p>
          <a:p>
            <a:pPr algn="ctr"/>
            <a:endParaRPr lang="pt-BR" sz="2400" dirty="0">
              <a:latin typeface="+mj-lt"/>
            </a:endParaRPr>
          </a:p>
          <a:p>
            <a:pPr algn="ctr"/>
            <a:r>
              <a:rPr lang="pt-BR" sz="3200" dirty="0">
                <a:latin typeface="+mj-lt"/>
              </a:rPr>
              <a:t>Fernando Masanori Ashikaga</a:t>
            </a:r>
          </a:p>
          <a:p>
            <a:pPr algn="ctr"/>
            <a:r>
              <a:rPr lang="pt-BR" sz="2400" dirty="0">
                <a:latin typeface="+mj-lt"/>
              </a:rPr>
              <a:t>FATEC São José dos Campos, Centro Paula Souza</a:t>
            </a:r>
          </a:p>
          <a:p>
            <a:pPr algn="ctr"/>
            <a:endParaRPr lang="pt-BR" sz="2400" dirty="0">
              <a:latin typeface="+mj-lt"/>
            </a:endParaRPr>
          </a:p>
          <a:p>
            <a:pPr algn="ctr"/>
            <a:r>
              <a:rPr lang="pt-BR" sz="2400" dirty="0">
                <a:latin typeface="+mj-lt"/>
              </a:rPr>
              <a:t>10ª edição da Escola Regional de Banco de Dados</a:t>
            </a:r>
          </a:p>
          <a:p>
            <a:pPr algn="ctr"/>
            <a:r>
              <a:rPr lang="pt-BR" sz="2400" dirty="0">
                <a:latin typeface="+mj-lt"/>
              </a:rPr>
              <a:t>IF Catarinense – Campus São Francisco do Sul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94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934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2"/>
          <p:cNvSpPr>
            <a:spLocks noGrp="1"/>
          </p:cNvSpPr>
          <p:nvPr>
            <p:ph type="title"/>
          </p:nvPr>
        </p:nvSpPr>
        <p:spPr>
          <a:xfrm>
            <a:off x="-398" y="0"/>
            <a:ext cx="9144397" cy="1143000"/>
          </a:xfrm>
          <a:solidFill>
            <a:srgbClr val="FFC000"/>
          </a:solidFill>
        </p:spPr>
        <p:txBody>
          <a:bodyPr/>
          <a:lstStyle/>
          <a:p>
            <a:r>
              <a:rPr lang="pt-BR" dirty="0">
                <a:latin typeface="Sketch Rockwell" pitchFamily="2" charset="0"/>
              </a:rPr>
              <a:t>Como comecei com </a:t>
            </a:r>
            <a:r>
              <a:rPr lang="pt-BR" dirty="0" err="1">
                <a:latin typeface="Sketch Rockwell" pitchFamily="2" charset="0"/>
              </a:rPr>
              <a:t>NoSQL</a:t>
            </a: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3124" y="1146068"/>
            <a:ext cx="10154546" cy="571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930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412776"/>
            <a:ext cx="7519988" cy="4800600"/>
          </a:xfrm>
        </p:spPr>
        <p:txBody>
          <a:bodyPr>
            <a:normAutofit/>
          </a:bodyPr>
          <a:lstStyle/>
          <a:p>
            <a:r>
              <a:rPr lang="pt-BR" dirty="0">
                <a:latin typeface="Sketch Rockwell" pitchFamily="2" charset="0"/>
              </a:rPr>
              <a:t>Na faculdade me ensinaram que deveria normalizar os dados </a:t>
            </a:r>
          </a:p>
          <a:p>
            <a:r>
              <a:rPr lang="pt-BR" dirty="0">
                <a:latin typeface="Sketch Rockwell" pitchFamily="2" charset="0"/>
              </a:rPr>
              <a:t>E que o mundo era SQL</a:t>
            </a:r>
          </a:p>
          <a:p>
            <a:r>
              <a:rPr lang="pt-BR" dirty="0">
                <a:latin typeface="Sketch Rockwell" pitchFamily="2" charset="0"/>
              </a:rPr>
              <a:t>No entanto:</a:t>
            </a:r>
          </a:p>
          <a:p>
            <a:pPr lvl="1"/>
            <a:r>
              <a:rPr lang="pt-BR" dirty="0">
                <a:latin typeface="Sketch Rockwell" pitchFamily="2" charset="0"/>
              </a:rPr>
              <a:t>Comecei a dar aulas de BI (</a:t>
            </a:r>
            <a:r>
              <a:rPr lang="pt-BR" dirty="0" err="1">
                <a:latin typeface="Sketch Rockwell" pitchFamily="2" charset="0"/>
              </a:rPr>
              <a:t>analytics</a:t>
            </a:r>
            <a:r>
              <a:rPr lang="pt-BR" dirty="0">
                <a:latin typeface="Sketch Rockwell" pitchFamily="2" charset="0"/>
              </a:rPr>
              <a:t>), e </a:t>
            </a:r>
            <a:r>
              <a:rPr lang="pt-BR" dirty="0" err="1">
                <a:latin typeface="Sketch Rockwell" pitchFamily="2" charset="0"/>
              </a:rPr>
              <a:t>denormalizar</a:t>
            </a:r>
            <a:r>
              <a:rPr lang="pt-BR" dirty="0">
                <a:latin typeface="Sketch Rockwell" pitchFamily="2" charset="0"/>
              </a:rPr>
              <a:t> era fundamental</a:t>
            </a:r>
          </a:p>
          <a:p>
            <a:pPr lvl="1"/>
            <a:r>
              <a:rPr lang="pt-BR" dirty="0">
                <a:latin typeface="Sketch Rockwell" pitchFamily="2" charset="0"/>
              </a:rPr>
              <a:t>Persistir dados de redes sociais: bastante trabalhoso no mundo relacional</a:t>
            </a:r>
            <a:endParaRPr lang="pt-BR" sz="3600" dirty="0"/>
          </a:p>
          <a:p>
            <a:endParaRPr lang="pt-BR" sz="3600" dirty="0"/>
          </a:p>
          <a:p>
            <a:endParaRPr lang="pt-BR" sz="3600" dirty="0"/>
          </a:p>
          <a:p>
            <a:endParaRPr lang="pt-BR" sz="3600" dirty="0"/>
          </a:p>
        </p:txBody>
      </p:sp>
      <p:sp>
        <p:nvSpPr>
          <p:cNvPr id="5" name="Título 2"/>
          <p:cNvSpPr>
            <a:spLocks noGrp="1"/>
          </p:cNvSpPr>
          <p:nvPr>
            <p:ph type="title"/>
          </p:nvPr>
        </p:nvSpPr>
        <p:spPr>
          <a:xfrm>
            <a:off x="4298" y="-12621"/>
            <a:ext cx="9139702" cy="1143000"/>
          </a:xfrm>
          <a:solidFill>
            <a:srgbClr val="FFC000"/>
          </a:solidFill>
        </p:spPr>
        <p:txBody>
          <a:bodyPr/>
          <a:lstStyle/>
          <a:p>
            <a:r>
              <a:rPr lang="pt-BR" dirty="0">
                <a:latin typeface="Sketch Rockwell" pitchFamily="2" charset="0"/>
              </a:rPr>
              <a:t>Origem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6102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1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1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1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572263"/>
              </p:ext>
            </p:extLst>
          </p:nvPr>
        </p:nvGraphicFramePr>
        <p:xfrm>
          <a:off x="1763688" y="1628800"/>
          <a:ext cx="5832648" cy="4721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426760" imgH="3567442" progId="Visio.Drawing.11">
                  <p:embed/>
                </p:oleObj>
              </mc:Choice>
              <mc:Fallback>
                <p:oleObj name="Visio" r:id="rId3" imgW="4426760" imgH="356744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1628800"/>
                        <a:ext cx="5832648" cy="47216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4716016" y="6237312"/>
            <a:ext cx="3960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200" dirty="0"/>
              <a:t>(Luiz H. N. Lorena, 2011)</a:t>
            </a:r>
          </a:p>
        </p:txBody>
      </p:sp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1" name="Título 2"/>
          <p:cNvSpPr>
            <a:spLocks noGrp="1"/>
          </p:cNvSpPr>
          <p:nvPr>
            <p:ph type="title"/>
          </p:nvPr>
        </p:nvSpPr>
        <p:spPr>
          <a:xfrm>
            <a:off x="4298" y="-12621"/>
            <a:ext cx="9139702" cy="1143000"/>
          </a:xfrm>
          <a:solidFill>
            <a:srgbClr val="FFC000"/>
          </a:solidFill>
        </p:spPr>
        <p:txBody>
          <a:bodyPr/>
          <a:lstStyle/>
          <a:p>
            <a:r>
              <a:rPr lang="pt-BR" dirty="0">
                <a:latin typeface="Sketch Rockwell" pitchFamily="2" charset="0"/>
              </a:rPr>
              <a:t>Star </a:t>
            </a:r>
            <a:r>
              <a:rPr lang="pt-BR" dirty="0" err="1">
                <a:latin typeface="Sketch Rockwell" pitchFamily="2" charset="0"/>
              </a:rPr>
              <a:t>Schema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3313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3" name="Imagem 12" descr="Normalização desistimulada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1988840"/>
            <a:ext cx="9086016" cy="3168352"/>
          </a:xfrm>
          <a:prstGeom prst="rect">
            <a:avLst/>
          </a:prstGeom>
        </p:spPr>
      </p:pic>
      <p:sp>
        <p:nvSpPr>
          <p:cNvPr id="14" name="Multiplicar 13"/>
          <p:cNvSpPr/>
          <p:nvPr/>
        </p:nvSpPr>
        <p:spPr>
          <a:xfrm>
            <a:off x="1547664" y="908720"/>
            <a:ext cx="5688632" cy="4608512"/>
          </a:xfrm>
          <a:prstGeom prst="mathMultiply">
            <a:avLst>
              <a:gd name="adj1" fmla="val 6216"/>
            </a:avLst>
          </a:prstGeom>
          <a:solidFill>
            <a:srgbClr val="FF0000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4860032" y="4581128"/>
            <a:ext cx="3960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200" dirty="0"/>
              <a:t>(</a:t>
            </a:r>
            <a:r>
              <a:rPr lang="pt-BR" sz="1200" dirty="0" err="1"/>
              <a:t>Kimball</a:t>
            </a:r>
            <a:r>
              <a:rPr lang="pt-BR" sz="1200" dirty="0"/>
              <a:t>, 2002)</a:t>
            </a:r>
          </a:p>
        </p:txBody>
      </p:sp>
      <p:sp>
        <p:nvSpPr>
          <p:cNvPr id="11" name="Título 2"/>
          <p:cNvSpPr>
            <a:spLocks noGrp="1"/>
          </p:cNvSpPr>
          <p:nvPr>
            <p:ph type="title"/>
          </p:nvPr>
        </p:nvSpPr>
        <p:spPr>
          <a:xfrm>
            <a:off x="4298" y="-12621"/>
            <a:ext cx="9139702" cy="1143000"/>
          </a:xfrm>
          <a:solidFill>
            <a:srgbClr val="FFC000"/>
          </a:solidFill>
        </p:spPr>
        <p:txBody>
          <a:bodyPr/>
          <a:lstStyle/>
          <a:p>
            <a:r>
              <a:rPr lang="en-US" dirty="0" err="1">
                <a:latin typeface="Sketch Rockwell" pitchFamily="2" charset="0"/>
              </a:rPr>
              <a:t>Denormalizing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397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7" name="Imagem 6" descr="redundância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9016" y="1916832"/>
            <a:ext cx="8984984" cy="2587352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4788024" y="4581128"/>
            <a:ext cx="3960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200" dirty="0"/>
              <a:t>(</a:t>
            </a:r>
            <a:r>
              <a:rPr lang="pt-BR" sz="1200" dirty="0" err="1"/>
              <a:t>Kimball</a:t>
            </a:r>
            <a:r>
              <a:rPr lang="pt-BR" sz="1200" dirty="0"/>
              <a:t>, 2002)</a:t>
            </a:r>
          </a:p>
        </p:txBody>
      </p:sp>
      <p:sp>
        <p:nvSpPr>
          <p:cNvPr id="9" name="Título 2"/>
          <p:cNvSpPr>
            <a:spLocks noGrp="1"/>
          </p:cNvSpPr>
          <p:nvPr>
            <p:ph type="title"/>
          </p:nvPr>
        </p:nvSpPr>
        <p:spPr>
          <a:xfrm>
            <a:off x="4298" y="-12621"/>
            <a:ext cx="9139702" cy="1143000"/>
          </a:xfrm>
          <a:solidFill>
            <a:srgbClr val="FFC000"/>
          </a:solidFill>
        </p:spPr>
        <p:txBody>
          <a:bodyPr/>
          <a:lstStyle/>
          <a:p>
            <a:r>
              <a:rPr lang="en-US" dirty="0" err="1">
                <a:latin typeface="Sketch Rockwell" pitchFamily="2" charset="0"/>
              </a:rPr>
              <a:t>Denormalizing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3186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11" name="Espaço Reservado para Conteúdo 4"/>
          <p:cNvGraphicFramePr>
            <a:graphicFrameLocks/>
          </p:cNvGraphicFramePr>
          <p:nvPr/>
        </p:nvGraphicFramePr>
        <p:xfrm>
          <a:off x="395536" y="1700808"/>
          <a:ext cx="8352928" cy="332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6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0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6046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Operacional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Analítico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046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Propósito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Executar um processo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Avaliar um processo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046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Estilo</a:t>
                      </a:r>
                      <a:r>
                        <a:rPr lang="pt-BR" baseline="0" dirty="0"/>
                        <a:t> interação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Insert</a:t>
                      </a:r>
                      <a:r>
                        <a:rPr lang="pt-BR" dirty="0"/>
                        <a:t>, </a:t>
                      </a:r>
                      <a:r>
                        <a:rPr lang="pt-BR" dirty="0" err="1"/>
                        <a:t>update</a:t>
                      </a:r>
                      <a:r>
                        <a:rPr lang="pt-BR" dirty="0"/>
                        <a:t>, delete, </a:t>
                      </a:r>
                      <a:r>
                        <a:rPr lang="pt-BR" dirty="0" err="1"/>
                        <a:t>query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Query</a:t>
                      </a:r>
                      <a:r>
                        <a:rPr lang="pt-BR" dirty="0"/>
                        <a:t> (</a:t>
                      </a:r>
                      <a:r>
                        <a:rPr lang="pt-BR" b="1" dirty="0" err="1"/>
                        <a:t>read-only</a:t>
                      </a:r>
                      <a:r>
                        <a:rPr lang="pt-BR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046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Escopo interação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Transação</a:t>
                      </a:r>
                      <a:r>
                        <a:rPr lang="pt-BR" baseline="0" dirty="0"/>
                        <a:t> individual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Agregação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046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Padrão </a:t>
                      </a:r>
                      <a:r>
                        <a:rPr lang="pt-BR" dirty="0" err="1"/>
                        <a:t>query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Previsível</a:t>
                      </a:r>
                      <a:r>
                        <a:rPr lang="pt-BR" baseline="0" dirty="0"/>
                        <a:t> e estável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Imprevisível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046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Foco temporal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Histórico</a:t>
                      </a:r>
                      <a:r>
                        <a:rPr lang="pt-BR" dirty="0"/>
                        <a:t> e atual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046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Otimização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Update</a:t>
                      </a:r>
                      <a:r>
                        <a:rPr lang="pt-BR" baseline="0" dirty="0"/>
                        <a:t> concorrente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Query</a:t>
                      </a:r>
                      <a:r>
                        <a:rPr lang="pt-BR" dirty="0"/>
                        <a:t> (</a:t>
                      </a:r>
                      <a:r>
                        <a:rPr lang="pt-BR" b="1" dirty="0"/>
                        <a:t>agregação</a:t>
                      </a:r>
                      <a:r>
                        <a:rPr lang="pt-BR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046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Projeto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ER na 3FN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aseline="0" dirty="0"/>
                        <a:t>Star </a:t>
                      </a:r>
                      <a:r>
                        <a:rPr lang="pt-BR" baseline="0" dirty="0" err="1"/>
                        <a:t>Schema</a:t>
                      </a:r>
                      <a:r>
                        <a:rPr lang="pt-BR" baseline="0" dirty="0"/>
                        <a:t> ou Cubo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CaixaDeTexto 11"/>
          <p:cNvSpPr txBox="1"/>
          <p:nvPr/>
        </p:nvSpPr>
        <p:spPr>
          <a:xfrm>
            <a:off x="683568" y="5157192"/>
            <a:ext cx="8064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/>
              <a:t>(</a:t>
            </a:r>
            <a:r>
              <a:rPr lang="pt-BR" sz="1400" dirty="0" err="1"/>
              <a:t>Adamson</a:t>
            </a:r>
            <a:r>
              <a:rPr lang="pt-BR" sz="1400" dirty="0"/>
              <a:t>, 2010)</a:t>
            </a:r>
          </a:p>
        </p:txBody>
      </p:sp>
      <p:sp>
        <p:nvSpPr>
          <p:cNvPr id="10" name="Título 2"/>
          <p:cNvSpPr>
            <a:spLocks noGrp="1"/>
          </p:cNvSpPr>
          <p:nvPr>
            <p:ph type="title"/>
          </p:nvPr>
        </p:nvSpPr>
        <p:spPr>
          <a:xfrm>
            <a:off x="4298" y="-12621"/>
            <a:ext cx="9139702" cy="1143000"/>
          </a:xfrm>
          <a:solidFill>
            <a:srgbClr val="FFC000"/>
          </a:solidFill>
        </p:spPr>
        <p:txBody>
          <a:bodyPr/>
          <a:lstStyle/>
          <a:p>
            <a:r>
              <a:rPr lang="en-US" dirty="0">
                <a:latin typeface="Sketch Rockwell" pitchFamily="2" charset="0"/>
              </a:rPr>
              <a:t>Operational x Analytics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8533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43A4-4DC2-4438-88D5-3F9F5C3C0945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677194"/>
            <a:ext cx="6553200" cy="437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aixaDeTexto 5"/>
          <p:cNvSpPr txBox="1"/>
          <p:nvPr/>
        </p:nvSpPr>
        <p:spPr>
          <a:xfrm>
            <a:off x="1357290" y="6202940"/>
            <a:ext cx="6357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Posso usar a extensão </a:t>
            </a:r>
            <a:r>
              <a:rPr lang="pt-BR" sz="1400" i="1" dirty="0" err="1"/>
              <a:t>connect</a:t>
            </a:r>
            <a:r>
              <a:rPr lang="pt-BR" sz="1400" i="1" dirty="0"/>
              <a:t> </a:t>
            </a:r>
            <a:r>
              <a:rPr lang="pt-BR" sz="1400" i="1" dirty="0" err="1"/>
              <a:t>by</a:t>
            </a:r>
            <a:r>
              <a:rPr lang="pt-BR" sz="1400" i="1" dirty="0"/>
              <a:t> </a:t>
            </a:r>
            <a:r>
              <a:rPr lang="pt-BR" sz="1400" i="1" dirty="0" err="1"/>
              <a:t>sql</a:t>
            </a:r>
            <a:r>
              <a:rPr lang="pt-BR" sz="1400" dirty="0"/>
              <a:t> do Oracle para a recursão? Performance?</a:t>
            </a:r>
          </a:p>
        </p:txBody>
      </p:sp>
      <p:sp>
        <p:nvSpPr>
          <p:cNvPr id="7" name="Título 2"/>
          <p:cNvSpPr txBox="1">
            <a:spLocks/>
          </p:cNvSpPr>
          <p:nvPr/>
        </p:nvSpPr>
        <p:spPr>
          <a:xfrm>
            <a:off x="4298" y="-12621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Hierarquias de clientes corporativos com profundidade fixa ou variável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445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43A4-4DC2-4438-88D5-3F9F5C3C0945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484784"/>
            <a:ext cx="8077200" cy="313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aixaDeTexto 4"/>
          <p:cNvSpPr txBox="1"/>
          <p:nvPr/>
        </p:nvSpPr>
        <p:spPr>
          <a:xfrm>
            <a:off x="611560" y="4941168"/>
            <a:ext cx="80648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Note que a utilização da tabela ponte é opcional; nem a tabela de dimensão Cliente nem a tabela de fatos precisa ser modificada em qualquer aspecto. Se a tabela ponte for descartada, a tabela de dimensão Cliente se associa à tabela de fatos de maneira convencional.</a:t>
            </a:r>
          </a:p>
        </p:txBody>
      </p:sp>
      <p:sp>
        <p:nvSpPr>
          <p:cNvPr id="9" name="Título 2"/>
          <p:cNvSpPr txBox="1">
            <a:spLocks/>
          </p:cNvSpPr>
          <p:nvPr/>
        </p:nvSpPr>
        <p:spPr>
          <a:xfrm>
            <a:off x="4298" y="-12621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Tabela Ponte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04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43A4-4DC2-4438-88D5-3F9F5C3C0945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268760"/>
            <a:ext cx="4824536" cy="5420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aixaDeTexto 4"/>
          <p:cNvSpPr txBox="1"/>
          <p:nvPr/>
        </p:nvSpPr>
        <p:spPr>
          <a:xfrm>
            <a:off x="5076056" y="2204864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Temos uma linha para cada caminho mostrado na árvore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4088" y="3068960"/>
            <a:ext cx="3600400" cy="24020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ítulo 2"/>
          <p:cNvSpPr txBox="1">
            <a:spLocks/>
          </p:cNvSpPr>
          <p:nvPr/>
        </p:nvSpPr>
        <p:spPr>
          <a:xfrm>
            <a:off x="4298" y="-12621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Tabela Ponte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942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43A4-4DC2-4438-88D5-3F9F5C3C0945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6278" y="2204864"/>
            <a:ext cx="9017722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ítulo 2"/>
          <p:cNvSpPr txBox="1">
            <a:spLocks/>
          </p:cNvSpPr>
          <p:nvPr/>
        </p:nvSpPr>
        <p:spPr>
          <a:xfrm>
            <a:off x="4298" y="-12621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Lucro de uma empresa cliente com suas subsidiárias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80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943A4-4DC2-4438-88D5-3F9F5C3C0945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921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3681" y="1988840"/>
            <a:ext cx="8984879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ítulo 2"/>
          <p:cNvSpPr txBox="1">
            <a:spLocks/>
          </p:cNvSpPr>
          <p:nvPr/>
        </p:nvSpPr>
        <p:spPr>
          <a:xfrm>
            <a:off x="4298" y="-12621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Lucro de todas as corporações de S. Francisco em janeiro de 2002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86F299C-9F7D-4858-AED9-30162EE4A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0808"/>
            <a:ext cx="9144000" cy="377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494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2"/>
          <p:cNvSpPr>
            <a:spLocks noGrp="1"/>
          </p:cNvSpPr>
          <p:nvPr>
            <p:ph type="title"/>
          </p:nvPr>
        </p:nvSpPr>
        <p:spPr>
          <a:xfrm>
            <a:off x="4298" y="-12621"/>
            <a:ext cx="9139702" cy="1143000"/>
          </a:xfrm>
          <a:solidFill>
            <a:srgbClr val="FFC000"/>
          </a:solidFill>
        </p:spPr>
        <p:txBody>
          <a:bodyPr/>
          <a:lstStyle/>
          <a:p>
            <a:r>
              <a:rPr lang="pt-BR" dirty="0">
                <a:latin typeface="Sketch Rockwell" pitchFamily="2" charset="0"/>
              </a:rPr>
              <a:t>JSON </a:t>
            </a:r>
            <a:r>
              <a:rPr lang="pt-BR" dirty="0" err="1">
                <a:latin typeface="Sketch Rockwell" pitchFamily="2" charset="0"/>
              </a:rPr>
              <a:t>persistence</a:t>
            </a:r>
            <a:endParaRPr lang="pt-BR" dirty="0"/>
          </a:p>
        </p:txBody>
      </p:sp>
      <p:pic>
        <p:nvPicPr>
          <p:cNvPr id="6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4744"/>
            <a:ext cx="9144000" cy="5920740"/>
          </a:xfrm>
        </p:spPr>
      </p:pic>
    </p:spTree>
    <p:extLst>
      <p:ext uri="{BB962C8B-B14F-4D97-AF65-F5344CB8AC3E}">
        <p14:creationId xmlns:p14="http://schemas.microsoft.com/office/powerpoint/2010/main" val="624584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Elipse 5"/>
          <p:cNvSpPr/>
          <p:nvPr/>
        </p:nvSpPr>
        <p:spPr>
          <a:xfrm>
            <a:off x="3965969" y="155596"/>
            <a:ext cx="792088" cy="720080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 para a direita 7"/>
          <p:cNvSpPr/>
          <p:nvPr/>
        </p:nvSpPr>
        <p:spPr>
          <a:xfrm>
            <a:off x="2411760" y="260648"/>
            <a:ext cx="1368152" cy="509977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>
          <a:xfrm>
            <a:off x="5484350" y="0"/>
            <a:ext cx="3659650" cy="1052736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pt-BR" dirty="0" err="1">
                <a:latin typeface="Sketch Rockwell" pitchFamily="2" charset="0"/>
              </a:rPr>
              <a:t>Casdinho</a:t>
            </a:r>
            <a:endParaRPr lang="pt-BR" dirty="0">
              <a:latin typeface="Sketch Rockwel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743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2"/>
          <p:cNvSpPr>
            <a:spLocks noGrp="1"/>
          </p:cNvSpPr>
          <p:nvPr>
            <p:ph type="title"/>
          </p:nvPr>
        </p:nvSpPr>
        <p:spPr>
          <a:xfrm>
            <a:off x="4298" y="-12621"/>
            <a:ext cx="9139702" cy="1143000"/>
          </a:xfrm>
          <a:solidFill>
            <a:srgbClr val="FFC000"/>
          </a:solidFill>
        </p:spPr>
        <p:txBody>
          <a:bodyPr/>
          <a:lstStyle/>
          <a:p>
            <a:r>
              <a:rPr lang="pt-BR" dirty="0" err="1">
                <a:latin typeface="Sketch Rockwell" pitchFamily="2" charset="0"/>
              </a:rPr>
              <a:t>Sentiment</a:t>
            </a:r>
            <a:r>
              <a:rPr lang="pt-BR" dirty="0">
                <a:latin typeface="Sketch Rockwell" pitchFamily="2" charset="0"/>
              </a:rPr>
              <a:t> </a:t>
            </a:r>
            <a:r>
              <a:rPr lang="pt-BR" dirty="0" err="1">
                <a:latin typeface="Sketch Rockwell" pitchFamily="2" charset="0"/>
              </a:rPr>
              <a:t>Analysis</a:t>
            </a:r>
            <a:r>
              <a:rPr lang="pt-BR" dirty="0">
                <a:latin typeface="Sketch Rockwell" pitchFamily="2" charset="0"/>
              </a:rPr>
              <a:t> (</a:t>
            </a:r>
            <a:r>
              <a:rPr lang="pt-BR" dirty="0" err="1">
                <a:latin typeface="Sketch Rockwell" pitchFamily="2" charset="0"/>
              </a:rPr>
              <a:t>Twitter</a:t>
            </a:r>
            <a:r>
              <a:rPr lang="pt-BR" dirty="0">
                <a:latin typeface="Sketch Rockwell" pitchFamily="2" charset="0"/>
              </a:rPr>
              <a:t>)</a:t>
            </a:r>
            <a:endParaRPr lang="pt-BR" dirty="0"/>
          </a:p>
        </p:txBody>
      </p:sp>
      <p:sp>
        <p:nvSpPr>
          <p:cNvPr id="6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628800"/>
            <a:ext cx="9144000" cy="420933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pt-BR" sz="2600" b="1" dirty="0">
                <a:cs typeface="Courier New" pitchFamily="49" charset="0"/>
              </a:rPr>
              <a:t>menina</a:t>
            </a:r>
            <a:r>
              <a:rPr lang="pt-BR" sz="2600" dirty="0">
                <a:cs typeface="Courier New" pitchFamily="49" charset="0"/>
              </a:rPr>
              <a:t>: </a:t>
            </a:r>
            <a:r>
              <a:rPr lang="pt-BR" sz="2600" dirty="0" err="1">
                <a:cs typeface="Courier New" pitchFamily="49" charset="0"/>
              </a:rPr>
              <a:t>aaaaaaaaaaaaaa</a:t>
            </a:r>
            <a:r>
              <a:rPr lang="pt-BR" sz="2600" dirty="0">
                <a:cs typeface="Courier New" pitchFamily="49" charset="0"/>
              </a:rPr>
              <a:t> eu NAO GOSTO DELE</a:t>
            </a:r>
            <a:br>
              <a:rPr lang="pt-BR" sz="2600" dirty="0">
                <a:cs typeface="Courier New" pitchFamily="49" charset="0"/>
              </a:rPr>
            </a:br>
            <a:r>
              <a:rPr lang="pt-BR" sz="2600" b="1" dirty="0">
                <a:cs typeface="Courier New" pitchFamily="49" charset="0"/>
              </a:rPr>
              <a:t>amiga</a:t>
            </a:r>
            <a:r>
              <a:rPr lang="pt-BR" sz="2600" dirty="0">
                <a:cs typeface="Courier New" pitchFamily="49" charset="0"/>
              </a:rPr>
              <a:t>: e </a:t>
            </a:r>
            <a:r>
              <a:rPr lang="pt-BR" sz="2600" dirty="0" err="1">
                <a:cs typeface="Courier New" pitchFamily="49" charset="0"/>
              </a:rPr>
              <a:t>vc</a:t>
            </a:r>
            <a:r>
              <a:rPr lang="pt-BR" sz="2600" dirty="0">
                <a:cs typeface="Courier New" pitchFamily="49" charset="0"/>
              </a:rPr>
              <a:t> ficará rica , e irá dividir sua riqueza cm sua </a:t>
            </a:r>
            <a:r>
              <a:rPr lang="pt-BR" sz="2600" dirty="0" err="1">
                <a:cs typeface="Courier New" pitchFamily="49" charset="0"/>
              </a:rPr>
              <a:t>amg</a:t>
            </a:r>
            <a:r>
              <a:rPr lang="pt-BR" sz="2600" dirty="0">
                <a:cs typeface="Courier New" pitchFamily="49" charset="0"/>
              </a:rPr>
              <a:t> </a:t>
            </a:r>
            <a:r>
              <a:rPr lang="pt-BR" sz="2600" dirty="0" err="1">
                <a:cs typeface="Courier New" pitchFamily="49" charset="0"/>
              </a:rPr>
              <a:t>aq</a:t>
            </a:r>
            <a:r>
              <a:rPr lang="pt-BR" sz="2600" dirty="0">
                <a:cs typeface="Courier New" pitchFamily="49" charset="0"/>
              </a:rPr>
              <a:t> *u*</a:t>
            </a:r>
            <a:br>
              <a:rPr lang="pt-BR" sz="2600" dirty="0">
                <a:cs typeface="Courier New" pitchFamily="49" charset="0"/>
              </a:rPr>
            </a:br>
            <a:r>
              <a:rPr lang="pt-BR" sz="2600" b="1" dirty="0">
                <a:cs typeface="Courier New" pitchFamily="49" charset="0"/>
              </a:rPr>
              <a:t>menina</a:t>
            </a:r>
            <a:r>
              <a:rPr lang="pt-BR" sz="2600" dirty="0">
                <a:cs typeface="Courier New" pitchFamily="49" charset="0"/>
              </a:rPr>
              <a:t>: </a:t>
            </a:r>
            <a:r>
              <a:rPr lang="pt-BR" sz="2600" dirty="0" err="1">
                <a:cs typeface="Courier New" pitchFamily="49" charset="0"/>
              </a:rPr>
              <a:t>kkkkkk</a:t>
            </a:r>
            <a:r>
              <a:rPr lang="pt-BR" sz="2600" dirty="0">
                <a:cs typeface="Courier New" pitchFamily="49" charset="0"/>
              </a:rPr>
              <a:t> como assim eu </a:t>
            </a:r>
            <a:r>
              <a:rPr lang="pt-BR" sz="2600" dirty="0" err="1">
                <a:cs typeface="Courier New" pitchFamily="49" charset="0"/>
              </a:rPr>
              <a:t>fikar</a:t>
            </a:r>
            <a:r>
              <a:rPr lang="pt-BR" sz="2600" dirty="0">
                <a:cs typeface="Courier New" pitchFamily="49" charset="0"/>
              </a:rPr>
              <a:t> rica </a:t>
            </a:r>
            <a:r>
              <a:rPr lang="pt-BR" sz="2600" dirty="0" err="1">
                <a:cs typeface="Courier New" pitchFamily="49" charset="0"/>
              </a:rPr>
              <a:t>pq</a:t>
            </a:r>
            <a:r>
              <a:rPr lang="pt-BR" sz="2600" dirty="0">
                <a:cs typeface="Courier New" pitchFamily="49" charset="0"/>
              </a:rPr>
              <a:t>?</a:t>
            </a:r>
            <a:br>
              <a:rPr lang="pt-BR" sz="2600" dirty="0">
                <a:cs typeface="Courier New" pitchFamily="49" charset="0"/>
              </a:rPr>
            </a:br>
            <a:r>
              <a:rPr lang="pt-BR" sz="2600" b="1" dirty="0">
                <a:cs typeface="Courier New" pitchFamily="49" charset="0"/>
              </a:rPr>
              <a:t>amiga</a:t>
            </a:r>
            <a:r>
              <a:rPr lang="pt-BR" sz="2600" dirty="0">
                <a:cs typeface="Courier New" pitchFamily="49" charset="0"/>
              </a:rPr>
              <a:t>: </a:t>
            </a:r>
            <a:r>
              <a:rPr lang="pt-BR" sz="2600" dirty="0" err="1">
                <a:cs typeface="Courier New" pitchFamily="49" charset="0"/>
              </a:rPr>
              <a:t>pq</a:t>
            </a:r>
            <a:r>
              <a:rPr lang="pt-BR" sz="2600" dirty="0">
                <a:cs typeface="Courier New" pitchFamily="49" charset="0"/>
              </a:rPr>
              <a:t> ele é inteligente , e vai arranjar um ótimo emprego , e ganhar </a:t>
            </a:r>
            <a:r>
              <a:rPr lang="pt-BR" sz="2600" dirty="0" err="1">
                <a:cs typeface="Courier New" pitchFamily="49" charset="0"/>
              </a:rPr>
              <a:t>mt</a:t>
            </a:r>
            <a:r>
              <a:rPr lang="pt-BR" sz="2600" dirty="0">
                <a:cs typeface="Courier New" pitchFamily="49" charset="0"/>
              </a:rPr>
              <a:t> dinheiro </a:t>
            </a:r>
            <a:r>
              <a:rPr lang="pt-BR" sz="2600" dirty="0" err="1">
                <a:cs typeface="Courier New" pitchFamily="49" charset="0"/>
              </a:rPr>
              <a:t>rs</a:t>
            </a:r>
            <a:r>
              <a:rPr lang="pt-BR" sz="2600" dirty="0">
                <a:cs typeface="Courier New" pitchFamily="49" charset="0"/>
              </a:rPr>
              <a:t> </a:t>
            </a:r>
            <a:br>
              <a:rPr lang="pt-BR" sz="2600" dirty="0">
                <a:cs typeface="Courier New" pitchFamily="49" charset="0"/>
              </a:rPr>
            </a:br>
            <a:r>
              <a:rPr lang="pt-BR" sz="2600" b="1" dirty="0">
                <a:cs typeface="Courier New" pitchFamily="49" charset="0"/>
              </a:rPr>
              <a:t>menina</a:t>
            </a:r>
            <a:r>
              <a:rPr lang="pt-BR" sz="2600" dirty="0">
                <a:cs typeface="Courier New" pitchFamily="49" charset="0"/>
              </a:rPr>
              <a:t>: </a:t>
            </a:r>
            <a:r>
              <a:rPr lang="pt-BR" sz="2600" dirty="0" err="1">
                <a:cs typeface="Courier New" pitchFamily="49" charset="0"/>
              </a:rPr>
              <a:t>kkkkk</a:t>
            </a:r>
            <a:r>
              <a:rPr lang="pt-BR" sz="2600" dirty="0">
                <a:cs typeface="Courier New" pitchFamily="49" charset="0"/>
              </a:rPr>
              <a:t> ele é inteligente como assim ??</a:t>
            </a:r>
            <a:br>
              <a:rPr lang="pt-BR" sz="2600" dirty="0">
                <a:cs typeface="Courier New" pitchFamily="49" charset="0"/>
              </a:rPr>
            </a:br>
            <a:r>
              <a:rPr lang="pt-BR" sz="2600" b="1" dirty="0">
                <a:cs typeface="Courier New" pitchFamily="49" charset="0"/>
              </a:rPr>
              <a:t>amiga</a:t>
            </a:r>
            <a:r>
              <a:rPr lang="pt-BR" sz="2600" dirty="0">
                <a:cs typeface="Courier New" pitchFamily="49" charset="0"/>
              </a:rPr>
              <a:t>: AQUELE VIADO PASSOU NO CASDINHO, E EU NÃO !</a:t>
            </a:r>
          </a:p>
        </p:txBody>
      </p:sp>
    </p:spTree>
    <p:extLst>
      <p:ext uri="{BB962C8B-B14F-4D97-AF65-F5344CB8AC3E}">
        <p14:creationId xmlns:p14="http://schemas.microsoft.com/office/powerpoint/2010/main" val="1248126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2"/>
          <p:cNvSpPr>
            <a:spLocks noGrp="1"/>
          </p:cNvSpPr>
          <p:nvPr>
            <p:ph type="title"/>
          </p:nvPr>
        </p:nvSpPr>
        <p:spPr>
          <a:xfrm>
            <a:off x="4298" y="-12621"/>
            <a:ext cx="9139702" cy="1143000"/>
          </a:xfrm>
          <a:solidFill>
            <a:srgbClr val="FFC000"/>
          </a:solidFill>
        </p:spPr>
        <p:txBody>
          <a:bodyPr/>
          <a:lstStyle/>
          <a:p>
            <a:r>
              <a:rPr lang="pt-BR" dirty="0" err="1">
                <a:latin typeface="Sketch Rockwell" pitchFamily="2" charset="0"/>
              </a:rPr>
              <a:t>Sentiment</a:t>
            </a:r>
            <a:r>
              <a:rPr lang="pt-BR" dirty="0">
                <a:latin typeface="Sketch Rockwell" pitchFamily="2" charset="0"/>
              </a:rPr>
              <a:t> </a:t>
            </a:r>
            <a:r>
              <a:rPr lang="pt-BR" dirty="0" err="1">
                <a:latin typeface="Sketch Rockwell" pitchFamily="2" charset="0"/>
              </a:rPr>
              <a:t>Analysis</a:t>
            </a:r>
            <a:r>
              <a:rPr lang="pt-BR" dirty="0">
                <a:latin typeface="Sketch Rockwell" pitchFamily="2" charset="0"/>
              </a:rPr>
              <a:t> (</a:t>
            </a:r>
            <a:r>
              <a:rPr lang="pt-BR" dirty="0" err="1">
                <a:latin typeface="Sketch Rockwell" pitchFamily="2" charset="0"/>
              </a:rPr>
              <a:t>Twitter</a:t>
            </a:r>
            <a:r>
              <a:rPr lang="pt-BR" dirty="0">
                <a:latin typeface="Sketch Rockwell" pitchFamily="2" charset="0"/>
              </a:rPr>
              <a:t>)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44824"/>
            <a:ext cx="9193365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aixaDeTexto 2"/>
          <p:cNvSpPr txBox="1"/>
          <p:nvPr/>
        </p:nvSpPr>
        <p:spPr>
          <a:xfrm>
            <a:off x="1259632" y="5877272"/>
            <a:ext cx="6696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Obs.: não é o mesmo registro...</a:t>
            </a:r>
          </a:p>
        </p:txBody>
      </p:sp>
    </p:spTree>
    <p:extLst>
      <p:ext uri="{BB962C8B-B14F-4D97-AF65-F5344CB8AC3E}">
        <p14:creationId xmlns:p14="http://schemas.microsoft.com/office/powerpoint/2010/main" val="3857692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2"/>
          <p:cNvSpPr>
            <a:spLocks noGrp="1"/>
          </p:cNvSpPr>
          <p:nvPr>
            <p:ph type="title"/>
          </p:nvPr>
        </p:nvSpPr>
        <p:spPr>
          <a:xfrm>
            <a:off x="4298" y="-12621"/>
            <a:ext cx="9139702" cy="1143000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pt-BR" dirty="0" err="1">
                <a:latin typeface="Sketch Rockwell" pitchFamily="2" charset="0"/>
              </a:rPr>
              <a:t>Sentiment</a:t>
            </a:r>
            <a:r>
              <a:rPr lang="pt-BR" dirty="0">
                <a:latin typeface="Sketch Rockwell" pitchFamily="2" charset="0"/>
              </a:rPr>
              <a:t> </a:t>
            </a:r>
            <a:r>
              <a:rPr lang="pt-BR" dirty="0" err="1">
                <a:latin typeface="Sketch Rockwell" pitchFamily="2" charset="0"/>
              </a:rPr>
              <a:t>Analysis</a:t>
            </a:r>
            <a:r>
              <a:rPr lang="pt-BR" dirty="0">
                <a:latin typeface="Sketch Rockwell" pitchFamily="2" charset="0"/>
              </a:rPr>
              <a:t> (</a:t>
            </a:r>
            <a:r>
              <a:rPr lang="pt-BR" dirty="0" err="1">
                <a:latin typeface="Sketch Rockwell" pitchFamily="2" charset="0"/>
              </a:rPr>
              <a:t>Facebook</a:t>
            </a:r>
            <a:r>
              <a:rPr lang="pt-BR" dirty="0">
                <a:latin typeface="Sketch Rockwell" pitchFamily="2" charset="0"/>
              </a:rPr>
              <a:t>)</a:t>
            </a:r>
            <a:endParaRPr lang="pt-BR" dirty="0"/>
          </a:p>
        </p:txBody>
      </p:sp>
      <p:sp>
        <p:nvSpPr>
          <p:cNvPr id="7" name="Espaço Reservado para Conteúdo 2"/>
          <p:cNvSpPr txBox="1">
            <a:spLocks/>
          </p:cNvSpPr>
          <p:nvPr/>
        </p:nvSpPr>
        <p:spPr>
          <a:xfrm>
            <a:off x="457200" y="1844824"/>
            <a:ext cx="8229600" cy="42813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>
                <a:cs typeface="Courier New" pitchFamily="49" charset="0"/>
              </a:rPr>
              <a:t>Sabe o que é ter vontade de acordar cedo no domingo para estudar?!?</a:t>
            </a:r>
          </a:p>
          <a:p>
            <a:pPr marL="0" indent="0">
              <a:buNone/>
            </a:pPr>
            <a:r>
              <a:rPr lang="pt-BR" dirty="0">
                <a:cs typeface="Courier New" pitchFamily="49" charset="0"/>
              </a:rPr>
              <a:t>Bom, eu também não sei explicar, mas é o que estou sentindo no momento .-.</a:t>
            </a:r>
          </a:p>
          <a:p>
            <a:pPr marL="0" indent="0">
              <a:buNone/>
            </a:pPr>
            <a:r>
              <a:rPr lang="pt-BR" dirty="0">
                <a:cs typeface="Courier New" pitchFamily="49" charset="0"/>
              </a:rPr>
              <a:t>Bora </a:t>
            </a:r>
            <a:r>
              <a:rPr lang="pt-BR" dirty="0" err="1">
                <a:cs typeface="Courier New" pitchFamily="49" charset="0"/>
              </a:rPr>
              <a:t>Casdinho</a:t>
            </a:r>
            <a:r>
              <a:rPr lang="pt-BR" dirty="0">
                <a:cs typeface="Courier New" pitchFamily="49" charset="0"/>
              </a:rPr>
              <a:t>!</a:t>
            </a:r>
            <a:endParaRPr lang="pt-BR" sz="2800" dirty="0"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688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2"/>
          <p:cNvSpPr>
            <a:spLocks noGrp="1"/>
          </p:cNvSpPr>
          <p:nvPr>
            <p:ph type="title"/>
          </p:nvPr>
        </p:nvSpPr>
        <p:spPr>
          <a:xfrm>
            <a:off x="4298" y="-12621"/>
            <a:ext cx="9139702" cy="1143000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pt-BR" dirty="0" err="1">
                <a:latin typeface="Sketch Rockwell" pitchFamily="2" charset="0"/>
              </a:rPr>
              <a:t>Sentiment</a:t>
            </a:r>
            <a:r>
              <a:rPr lang="pt-BR" dirty="0">
                <a:latin typeface="Sketch Rockwell" pitchFamily="2" charset="0"/>
              </a:rPr>
              <a:t> </a:t>
            </a:r>
            <a:r>
              <a:rPr lang="pt-BR" dirty="0" err="1">
                <a:latin typeface="Sketch Rockwell" pitchFamily="2" charset="0"/>
              </a:rPr>
              <a:t>Analysis</a:t>
            </a:r>
            <a:r>
              <a:rPr lang="pt-BR" dirty="0">
                <a:latin typeface="Sketch Rockwell" pitchFamily="2" charset="0"/>
              </a:rPr>
              <a:t> (</a:t>
            </a:r>
            <a:r>
              <a:rPr lang="pt-BR" dirty="0" err="1">
                <a:latin typeface="Sketch Rockwell" pitchFamily="2" charset="0"/>
              </a:rPr>
              <a:t>Facebook</a:t>
            </a:r>
            <a:r>
              <a:rPr lang="pt-BR" dirty="0">
                <a:latin typeface="Sketch Rockwell" pitchFamily="2" charset="0"/>
              </a:rPr>
              <a:t>)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41" y="1700808"/>
            <a:ext cx="9069675" cy="439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1241306" y="6246604"/>
            <a:ext cx="6696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Obs.: não é o mesmo registro...</a:t>
            </a:r>
          </a:p>
        </p:txBody>
      </p:sp>
    </p:spTree>
    <p:extLst>
      <p:ext uri="{BB962C8B-B14F-4D97-AF65-F5344CB8AC3E}">
        <p14:creationId xmlns:p14="http://schemas.microsoft.com/office/powerpoint/2010/main" val="1675277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2"/>
          <p:cNvSpPr>
            <a:spLocks noGrp="1"/>
          </p:cNvSpPr>
          <p:nvPr>
            <p:ph type="title"/>
          </p:nvPr>
        </p:nvSpPr>
        <p:spPr>
          <a:xfrm>
            <a:off x="4298" y="-12621"/>
            <a:ext cx="9139702" cy="1143000"/>
          </a:xfrm>
          <a:solidFill>
            <a:srgbClr val="FFC000"/>
          </a:solidFill>
        </p:spPr>
        <p:txBody>
          <a:bodyPr/>
          <a:lstStyle/>
          <a:p>
            <a:r>
              <a:rPr lang="pt-BR" dirty="0">
                <a:latin typeface="Sketch Rockwell" pitchFamily="2" charset="0"/>
              </a:rPr>
              <a:t>Campos opcionais</a:t>
            </a:r>
            <a:endParaRPr lang="pt-BR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891" y="3565212"/>
            <a:ext cx="5141213" cy="2327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/>
          <p:cNvSpPr/>
          <p:nvPr/>
        </p:nvSpPr>
        <p:spPr>
          <a:xfrm>
            <a:off x="366891" y="4005064"/>
            <a:ext cx="2570605" cy="3835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204" y="1268760"/>
            <a:ext cx="6499052" cy="2308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CaixaDeTexto 8"/>
          <p:cNvSpPr txBox="1"/>
          <p:nvPr/>
        </p:nvSpPr>
        <p:spPr>
          <a:xfrm>
            <a:off x="1475656" y="6137732"/>
            <a:ext cx="6336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latin typeface="Courier New" pitchFamily="49" charset="0"/>
                <a:cs typeface="Courier New" pitchFamily="49" charset="0"/>
                <a:hlinkClick r:id="rId5"/>
              </a:rPr>
              <a:t>https://gist.github.com/4667205</a:t>
            </a:r>
            <a:endParaRPr lang="pt-BR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Seta para a esquerda 2"/>
          <p:cNvSpPr/>
          <p:nvPr/>
        </p:nvSpPr>
        <p:spPr>
          <a:xfrm>
            <a:off x="3995936" y="3861048"/>
            <a:ext cx="1296144" cy="72008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/>
          <p:cNvSpPr txBox="1"/>
          <p:nvPr/>
        </p:nvSpPr>
        <p:spPr>
          <a:xfrm>
            <a:off x="5502743" y="3504342"/>
            <a:ext cx="31683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Sketch Rockwell" pitchFamily="2" charset="0"/>
              </a:rPr>
              <a:t>Campo opcional no </a:t>
            </a:r>
            <a:r>
              <a:rPr lang="pt-BR" sz="3200" dirty="0" err="1">
                <a:latin typeface="Sketch Rockwell" pitchFamily="2" charset="0"/>
              </a:rPr>
              <a:t>Facebook</a:t>
            </a:r>
            <a:endParaRPr lang="pt-BR" sz="3200" dirty="0">
              <a:latin typeface="Sketch Rockwel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126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2"/>
          <p:cNvSpPr>
            <a:spLocks noGrp="1"/>
          </p:cNvSpPr>
          <p:nvPr>
            <p:ph type="title"/>
          </p:nvPr>
        </p:nvSpPr>
        <p:spPr>
          <a:xfrm>
            <a:off x="4298" y="-12621"/>
            <a:ext cx="9139702" cy="1143000"/>
          </a:xfrm>
          <a:solidFill>
            <a:srgbClr val="FFC000"/>
          </a:solidFill>
        </p:spPr>
        <p:txBody>
          <a:bodyPr/>
          <a:lstStyle/>
          <a:p>
            <a:r>
              <a:rPr lang="pt-BR" dirty="0" err="1">
                <a:latin typeface="Sketch Rockwell" pitchFamily="2" charset="0"/>
              </a:rPr>
              <a:t>Snowflakes</a:t>
            </a:r>
            <a:r>
              <a:rPr lang="pt-BR" dirty="0">
                <a:latin typeface="Sketch Rockwell" pitchFamily="2" charset="0"/>
              </a:rPr>
              <a:t> </a:t>
            </a:r>
            <a:r>
              <a:rPr lang="pt-BR" dirty="0" err="1">
                <a:latin typeface="Sketch Rockwell" pitchFamily="2" charset="0"/>
              </a:rPr>
              <a:t>like</a:t>
            </a:r>
            <a:r>
              <a:rPr lang="pt-BR" dirty="0">
                <a:latin typeface="Sketch Rockwell" pitchFamily="2" charset="0"/>
              </a:rPr>
              <a:t> </a:t>
            </a:r>
            <a:r>
              <a:rPr lang="pt-BR" dirty="0" err="1">
                <a:latin typeface="Sketch Rockwell" pitchFamily="2" charset="0"/>
              </a:rPr>
              <a:t>documents</a:t>
            </a:r>
            <a:endParaRPr lang="pt-BR" dirty="0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1412776"/>
            <a:ext cx="8509397" cy="1676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ixaDeTexto 8"/>
          <p:cNvSpPr txBox="1"/>
          <p:nvPr/>
        </p:nvSpPr>
        <p:spPr>
          <a:xfrm>
            <a:off x="285738" y="3212976"/>
            <a:ext cx="835292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latin typeface="Sketch Rockwell" pitchFamily="2" charset="0"/>
              </a:rPr>
              <a:t>“</a:t>
            </a:r>
            <a:r>
              <a:rPr lang="pt-BR" sz="3200" b="1" dirty="0" err="1">
                <a:latin typeface="Sketch Rockwell" pitchFamily="2" charset="0"/>
              </a:rPr>
              <a:t>Snowflakes</a:t>
            </a:r>
            <a:r>
              <a:rPr lang="pt-BR" sz="3200" b="1" dirty="0">
                <a:latin typeface="Sketch Rockwell" pitchFamily="2" charset="0"/>
              </a:rPr>
              <a:t> </a:t>
            </a:r>
            <a:r>
              <a:rPr lang="pt-BR" sz="3200" b="1" dirty="0" err="1">
                <a:latin typeface="Sketch Rockwell" pitchFamily="2" charset="0"/>
              </a:rPr>
              <a:t>represent</a:t>
            </a:r>
            <a:r>
              <a:rPr lang="pt-BR" sz="3200" b="1" dirty="0">
                <a:latin typeface="Sketch Rockwell" pitchFamily="2" charset="0"/>
              </a:rPr>
              <a:t> </a:t>
            </a:r>
            <a:r>
              <a:rPr lang="pt-BR" sz="3200" b="1" dirty="0" err="1">
                <a:latin typeface="Sketch Rockwell" pitchFamily="2" charset="0"/>
              </a:rPr>
              <a:t>documents</a:t>
            </a:r>
            <a:r>
              <a:rPr lang="pt-BR" sz="3200" b="1" dirty="0">
                <a:latin typeface="Sketch Rockwell" pitchFamily="2" charset="0"/>
              </a:rPr>
              <a:t>, </a:t>
            </a:r>
            <a:r>
              <a:rPr lang="pt-BR" sz="3200" b="1" dirty="0" err="1">
                <a:latin typeface="Sketch Rockwell" pitchFamily="2" charset="0"/>
              </a:rPr>
              <a:t>since</a:t>
            </a:r>
            <a:r>
              <a:rPr lang="pt-BR" sz="3200" b="1" dirty="0">
                <a:latin typeface="Sketch Rockwell" pitchFamily="2" charset="0"/>
              </a:rPr>
              <a:t> </a:t>
            </a:r>
            <a:r>
              <a:rPr lang="pt-BR" sz="3200" b="1" dirty="0" err="1">
                <a:latin typeface="Sketch Rockwell" pitchFamily="2" charset="0"/>
              </a:rPr>
              <a:t>every</a:t>
            </a:r>
            <a:r>
              <a:rPr lang="pt-BR" sz="3200" b="1" dirty="0">
                <a:latin typeface="Sketch Rockwell" pitchFamily="2" charset="0"/>
              </a:rPr>
              <a:t> </a:t>
            </a:r>
            <a:r>
              <a:rPr lang="pt-BR" sz="3200" b="1" dirty="0" err="1">
                <a:latin typeface="Sketch Rockwell" pitchFamily="2" charset="0"/>
              </a:rPr>
              <a:t>document</a:t>
            </a:r>
            <a:r>
              <a:rPr lang="pt-BR" sz="3200" b="1" dirty="0">
                <a:latin typeface="Sketch Rockwell" pitchFamily="2" charset="0"/>
              </a:rPr>
              <a:t> </a:t>
            </a:r>
            <a:r>
              <a:rPr lang="pt-BR" sz="3200" b="1" dirty="0" err="1">
                <a:latin typeface="Sketch Rockwell" pitchFamily="2" charset="0"/>
              </a:rPr>
              <a:t>is</a:t>
            </a:r>
            <a:r>
              <a:rPr lang="pt-BR" sz="3200" b="1" dirty="0">
                <a:latin typeface="Sketch Rockwell" pitchFamily="2" charset="0"/>
              </a:rPr>
              <a:t> </a:t>
            </a:r>
            <a:r>
              <a:rPr lang="pt-BR" sz="3200" b="1" dirty="0" err="1">
                <a:latin typeface="Sketch Rockwell" pitchFamily="2" charset="0"/>
              </a:rPr>
              <a:t>beautiful</a:t>
            </a:r>
            <a:r>
              <a:rPr lang="pt-BR" sz="3200" b="1" dirty="0">
                <a:latin typeface="Sketch Rockwell" pitchFamily="2" charset="0"/>
              </a:rPr>
              <a:t> </a:t>
            </a:r>
            <a:r>
              <a:rPr lang="pt-BR" sz="3200" b="1" dirty="0" err="1">
                <a:latin typeface="Sketch Rockwell" pitchFamily="2" charset="0"/>
              </a:rPr>
              <a:t>and</a:t>
            </a:r>
            <a:r>
              <a:rPr lang="pt-BR" sz="3200" b="1" dirty="0">
                <a:latin typeface="Sketch Rockwell" pitchFamily="2" charset="0"/>
              </a:rPr>
              <a:t> </a:t>
            </a:r>
            <a:r>
              <a:rPr lang="pt-BR" sz="3200" b="1" dirty="0" err="1">
                <a:latin typeface="Sketch Rockwell" pitchFamily="2" charset="0"/>
              </a:rPr>
              <a:t>unique</a:t>
            </a:r>
            <a:r>
              <a:rPr lang="pt-BR" sz="3200" b="1" dirty="0">
                <a:latin typeface="Sketch Rockwell" pitchFamily="2" charset="0"/>
              </a:rPr>
              <a:t>”. </a:t>
            </a:r>
          </a:p>
          <a:p>
            <a:pPr algn="ctr"/>
            <a:r>
              <a:rPr lang="pt-BR" sz="2800" dirty="0" err="1">
                <a:latin typeface="Sketch Rockwell" pitchFamily="2" charset="0"/>
              </a:rPr>
              <a:t>MongoDB</a:t>
            </a:r>
            <a:r>
              <a:rPr lang="pt-BR" sz="2800" dirty="0">
                <a:latin typeface="Sketch Rockwell" pitchFamily="2" charset="0"/>
              </a:rPr>
              <a:t>, The </a:t>
            </a:r>
            <a:r>
              <a:rPr lang="pt-BR" sz="2800" dirty="0" err="1">
                <a:latin typeface="Sketch Rockwell" pitchFamily="2" charset="0"/>
              </a:rPr>
              <a:t>Definitive</a:t>
            </a:r>
            <a:r>
              <a:rPr lang="pt-BR" sz="2800" dirty="0">
                <a:latin typeface="Sketch Rockwell" pitchFamily="2" charset="0"/>
              </a:rPr>
              <a:t> </a:t>
            </a:r>
            <a:r>
              <a:rPr lang="pt-BR" sz="2800" dirty="0" err="1">
                <a:latin typeface="Sketch Rockwell" pitchFamily="2" charset="0"/>
              </a:rPr>
              <a:t>Guide</a:t>
            </a:r>
            <a:r>
              <a:rPr lang="pt-BR" sz="4400" dirty="0">
                <a:latin typeface="Sketch Rockwell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00075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412776"/>
            <a:ext cx="7519988" cy="4800600"/>
          </a:xfrm>
        </p:spPr>
        <p:txBody>
          <a:bodyPr>
            <a:normAutofit/>
          </a:bodyPr>
          <a:lstStyle/>
          <a:p>
            <a:endParaRPr lang="pt-BR" sz="3600" dirty="0"/>
          </a:p>
          <a:p>
            <a:endParaRPr lang="pt-BR" sz="3600" dirty="0"/>
          </a:p>
          <a:p>
            <a:endParaRPr lang="pt-BR" sz="3600" dirty="0"/>
          </a:p>
          <a:p>
            <a:endParaRPr lang="pt-BR" sz="3600" dirty="0"/>
          </a:p>
          <a:p>
            <a:endParaRPr lang="pt-BR" sz="3600" dirty="0"/>
          </a:p>
        </p:txBody>
      </p:sp>
      <p:sp>
        <p:nvSpPr>
          <p:cNvPr id="5" name="Título 2"/>
          <p:cNvSpPr>
            <a:spLocks noGrp="1"/>
          </p:cNvSpPr>
          <p:nvPr>
            <p:ph type="title"/>
          </p:nvPr>
        </p:nvSpPr>
        <p:spPr>
          <a:xfrm>
            <a:off x="4298" y="-12621"/>
            <a:ext cx="9139702" cy="1143000"/>
          </a:xfrm>
          <a:solidFill>
            <a:srgbClr val="FFC000"/>
          </a:solidFill>
        </p:spPr>
        <p:txBody>
          <a:bodyPr/>
          <a:lstStyle/>
          <a:p>
            <a:r>
              <a:rPr lang="pt-BR" dirty="0">
                <a:latin typeface="Sketch Rockwell" pitchFamily="2" charset="0"/>
              </a:rPr>
              <a:t>Non </a:t>
            </a:r>
            <a:r>
              <a:rPr lang="pt-BR" dirty="0" err="1">
                <a:latin typeface="Sketch Rockwell" pitchFamily="2" charset="0"/>
              </a:rPr>
              <a:t>Relational</a:t>
            </a:r>
            <a:endParaRPr lang="pt-BR" dirty="0"/>
          </a:p>
        </p:txBody>
      </p:sp>
      <p:sp>
        <p:nvSpPr>
          <p:cNvPr id="3" name="Elipse 2"/>
          <p:cNvSpPr/>
          <p:nvPr/>
        </p:nvSpPr>
        <p:spPr>
          <a:xfrm>
            <a:off x="827584" y="1484784"/>
            <a:ext cx="2592288" cy="1800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latin typeface="Sketch Rockwell" pitchFamily="2" charset="0"/>
              </a:rPr>
              <a:t>Non </a:t>
            </a:r>
            <a:r>
              <a:rPr lang="pt-BR" sz="2400" dirty="0" err="1">
                <a:latin typeface="Sketch Rockwell" pitchFamily="2" charset="0"/>
              </a:rPr>
              <a:t>Relational</a:t>
            </a:r>
            <a:endParaRPr lang="pt-BR" sz="2400" dirty="0">
              <a:latin typeface="Sketch Rockwell" pitchFamily="2" charset="0"/>
            </a:endParaRPr>
          </a:p>
        </p:txBody>
      </p:sp>
      <p:sp>
        <p:nvSpPr>
          <p:cNvPr id="4" name="Seta para a direita 3"/>
          <p:cNvSpPr/>
          <p:nvPr/>
        </p:nvSpPr>
        <p:spPr>
          <a:xfrm>
            <a:off x="3734058" y="1880828"/>
            <a:ext cx="1296144" cy="10081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5436096" y="1484784"/>
            <a:ext cx="2592288" cy="1800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latin typeface="Sketch Rockwell" pitchFamily="2" charset="0"/>
              </a:rPr>
              <a:t>JSON </a:t>
            </a:r>
            <a:r>
              <a:rPr lang="pt-BR" sz="2400" dirty="0" err="1">
                <a:latin typeface="Sketch Rockwell" pitchFamily="2" charset="0"/>
              </a:rPr>
              <a:t>DataBase</a:t>
            </a:r>
            <a:endParaRPr lang="pt-BR" sz="2400" dirty="0">
              <a:latin typeface="Sketch Rockwell" pitchFamily="2" charset="0"/>
            </a:endParaRPr>
          </a:p>
        </p:txBody>
      </p:sp>
      <p:sp>
        <p:nvSpPr>
          <p:cNvPr id="8" name="Seta para a direita 7"/>
          <p:cNvSpPr/>
          <p:nvPr/>
        </p:nvSpPr>
        <p:spPr>
          <a:xfrm rot="5400000">
            <a:off x="6192651" y="3536541"/>
            <a:ext cx="1079178" cy="10081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5436096" y="4797152"/>
            <a:ext cx="2592288" cy="1800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 err="1">
                <a:latin typeface="Sketch Rockwell" pitchFamily="2" charset="0"/>
              </a:rPr>
              <a:t>Dev</a:t>
            </a:r>
            <a:r>
              <a:rPr lang="pt-BR" sz="2800" dirty="0">
                <a:latin typeface="Sketch Rockwell" pitchFamily="2" charset="0"/>
              </a:rPr>
              <a:t> </a:t>
            </a:r>
            <a:r>
              <a:rPr lang="pt-BR" sz="2800" dirty="0" err="1">
                <a:latin typeface="Sketch Rockwell" pitchFamily="2" charset="0"/>
              </a:rPr>
              <a:t>like</a:t>
            </a:r>
            <a:r>
              <a:rPr lang="pt-BR" sz="2800" dirty="0">
                <a:latin typeface="Sketch Rockwell" pitchFamily="2" charset="0"/>
              </a:rPr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21290986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2"/>
          <p:cNvSpPr>
            <a:spLocks noGrp="1"/>
          </p:cNvSpPr>
          <p:nvPr>
            <p:ph type="title"/>
          </p:nvPr>
        </p:nvSpPr>
        <p:spPr>
          <a:xfrm>
            <a:off x="4298" y="-12621"/>
            <a:ext cx="9139702" cy="1143000"/>
          </a:xfrm>
          <a:solidFill>
            <a:srgbClr val="FFC000"/>
          </a:solidFill>
        </p:spPr>
        <p:txBody>
          <a:bodyPr/>
          <a:lstStyle/>
          <a:p>
            <a:r>
              <a:rPr lang="pt-BR" dirty="0">
                <a:latin typeface="Sketch Rockwell" pitchFamily="2" charset="0"/>
              </a:rPr>
              <a:t>JSON </a:t>
            </a:r>
            <a:r>
              <a:rPr lang="pt-BR" dirty="0" err="1">
                <a:latin typeface="Sketch Rockwell" pitchFamily="2" charset="0"/>
              </a:rPr>
              <a:t>persistence</a:t>
            </a:r>
            <a:endParaRPr lang="pt-BR" dirty="0"/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 err="1">
                <a:latin typeface="Sketch Rockwell" pitchFamily="2" charset="0"/>
              </a:rPr>
              <a:t>MongoDB</a:t>
            </a:r>
            <a:endParaRPr lang="pt-BR" sz="3600" dirty="0">
              <a:latin typeface="Sketch Rockwell" pitchFamily="2" charset="0"/>
            </a:endParaRPr>
          </a:p>
          <a:p>
            <a:r>
              <a:rPr lang="pt-BR" sz="3600" dirty="0" err="1">
                <a:latin typeface="Sketch Rockwell" pitchFamily="2" charset="0"/>
              </a:rPr>
              <a:t>CouchDB</a:t>
            </a:r>
            <a:endParaRPr lang="pt-BR" sz="3600" dirty="0">
              <a:latin typeface="Sketch Rockwell" pitchFamily="2" charset="0"/>
            </a:endParaRPr>
          </a:p>
          <a:p>
            <a:r>
              <a:rPr lang="pt-BR" sz="3600" dirty="0" err="1">
                <a:latin typeface="Sketch Rockwell" pitchFamily="2" charset="0"/>
              </a:rPr>
              <a:t>RethinkDB</a:t>
            </a:r>
            <a:endParaRPr lang="pt-BR" sz="3600" dirty="0">
              <a:latin typeface="Sketch Rockwell" pitchFamily="2" charset="0"/>
            </a:endParaRPr>
          </a:p>
          <a:p>
            <a:r>
              <a:rPr lang="pt-BR" sz="3600" dirty="0" err="1">
                <a:latin typeface="Sketch Rockwell" pitchFamily="2" charset="0"/>
              </a:rPr>
              <a:t>PostgreSQL</a:t>
            </a:r>
            <a:r>
              <a:rPr lang="pt-BR" sz="3600" dirty="0">
                <a:latin typeface="Sketch Rockwell" pitchFamily="2" charset="0"/>
              </a:rPr>
              <a:t> (SQL?)</a:t>
            </a:r>
          </a:p>
        </p:txBody>
      </p:sp>
    </p:spTree>
    <p:extLst>
      <p:ext uri="{BB962C8B-B14F-4D97-AF65-F5344CB8AC3E}">
        <p14:creationId xmlns:p14="http://schemas.microsoft.com/office/powerpoint/2010/main" val="1668444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412776"/>
            <a:ext cx="7519988" cy="4800600"/>
          </a:xfrm>
        </p:spPr>
        <p:txBody>
          <a:bodyPr>
            <a:normAutofit/>
          </a:bodyPr>
          <a:lstStyle/>
          <a:p>
            <a:r>
              <a:rPr lang="en-US" dirty="0">
                <a:latin typeface="Sketch Rockwell" pitchFamily="2" charset="0"/>
              </a:rPr>
              <a:t>Como </a:t>
            </a:r>
            <a:r>
              <a:rPr lang="en-US" dirty="0" err="1">
                <a:latin typeface="Sketch Rockwell" pitchFamily="2" charset="0"/>
              </a:rPr>
              <a:t>persistir</a:t>
            </a:r>
            <a:r>
              <a:rPr lang="en-US" dirty="0">
                <a:latin typeface="Sketch Rockwell" pitchFamily="2" charset="0"/>
              </a:rPr>
              <a:t> dados </a:t>
            </a:r>
            <a:r>
              <a:rPr lang="en-US" dirty="0" err="1">
                <a:latin typeface="Sketch Rockwell" pitchFamily="2" charset="0"/>
              </a:rPr>
              <a:t>sem</a:t>
            </a:r>
            <a:r>
              <a:rPr lang="en-US" dirty="0">
                <a:latin typeface="Sketch Rockwell" pitchFamily="2" charset="0"/>
              </a:rPr>
              <a:t> </a:t>
            </a:r>
            <a:r>
              <a:rPr lang="en-US" dirty="0" err="1">
                <a:latin typeface="Sketch Rockwell" pitchFamily="2" charset="0"/>
              </a:rPr>
              <a:t>normalizar</a:t>
            </a:r>
            <a:r>
              <a:rPr lang="en-US" dirty="0">
                <a:latin typeface="Sketch Rockwell" pitchFamily="2" charset="0"/>
              </a:rPr>
              <a:t>, </a:t>
            </a:r>
            <a:r>
              <a:rPr lang="en-US" dirty="0" err="1">
                <a:latin typeface="Sketch Rockwell" pitchFamily="2" charset="0"/>
              </a:rPr>
              <a:t>sem</a:t>
            </a:r>
            <a:r>
              <a:rPr lang="en-US" dirty="0">
                <a:latin typeface="Sketch Rockwell" pitchFamily="2" charset="0"/>
              </a:rPr>
              <a:t> um BD </a:t>
            </a:r>
            <a:r>
              <a:rPr lang="en-US" dirty="0" err="1">
                <a:latin typeface="Sketch Rockwell" pitchFamily="2" charset="0"/>
              </a:rPr>
              <a:t>relacional</a:t>
            </a:r>
            <a:r>
              <a:rPr lang="en-US" dirty="0">
                <a:latin typeface="Sketch Rockwell" pitchFamily="2" charset="0"/>
              </a:rPr>
              <a:t>?</a:t>
            </a:r>
          </a:p>
          <a:p>
            <a:r>
              <a:rPr lang="en-US" dirty="0" err="1">
                <a:latin typeface="Sketch Rockwell" pitchFamily="2" charset="0"/>
              </a:rPr>
              <a:t>Somos</a:t>
            </a:r>
            <a:r>
              <a:rPr lang="en-US" dirty="0">
                <a:latin typeface="Sketch Rockwell" pitchFamily="2" charset="0"/>
              </a:rPr>
              <a:t> </a:t>
            </a:r>
            <a:r>
              <a:rPr lang="pt-BR" dirty="0">
                <a:latin typeface="Sketch Rockwell" pitchFamily="2" charset="0"/>
              </a:rPr>
              <a:t>“</a:t>
            </a:r>
            <a:r>
              <a:rPr lang="en-US" dirty="0" err="1">
                <a:latin typeface="Sketch Rockwell" pitchFamily="2" charset="0"/>
              </a:rPr>
              <a:t>formatados</a:t>
            </a:r>
            <a:r>
              <a:rPr lang="en-US" dirty="0">
                <a:latin typeface="Sketch Rockwell" pitchFamily="2" charset="0"/>
              </a:rPr>
              <a:t>” a </a:t>
            </a:r>
            <a:r>
              <a:rPr lang="en-US" dirty="0" err="1">
                <a:latin typeface="Sketch Rockwell" pitchFamily="2" charset="0"/>
              </a:rPr>
              <a:t>pensar</a:t>
            </a:r>
            <a:r>
              <a:rPr lang="en-US" dirty="0">
                <a:latin typeface="Sketch Rockwell" pitchFamily="2" charset="0"/>
              </a:rPr>
              <a:t> no </a:t>
            </a:r>
            <a:r>
              <a:rPr lang="en-US" dirty="0" err="1">
                <a:latin typeface="Sketch Rockwell" pitchFamily="2" charset="0"/>
              </a:rPr>
              <a:t>modelo</a:t>
            </a:r>
            <a:r>
              <a:rPr lang="en-US" dirty="0">
                <a:latin typeface="Sketch Rockwell" pitchFamily="2" charset="0"/>
              </a:rPr>
              <a:t> </a:t>
            </a:r>
            <a:r>
              <a:rPr lang="en-US" dirty="0" err="1">
                <a:latin typeface="Sketch Rockwell" pitchFamily="2" charset="0"/>
              </a:rPr>
              <a:t>relacional</a:t>
            </a:r>
            <a:endParaRPr lang="en-US" dirty="0">
              <a:latin typeface="Sketch Rockwell" pitchFamily="2" charset="0"/>
            </a:endParaRPr>
          </a:p>
          <a:p>
            <a:r>
              <a:rPr lang="en-US" dirty="0">
                <a:latin typeface="Sketch Rockwell" pitchFamily="2" charset="0"/>
              </a:rPr>
              <a:t>“One size fits all”</a:t>
            </a:r>
          </a:p>
          <a:p>
            <a:endParaRPr lang="pt-BR" dirty="0">
              <a:latin typeface="Sketch Rockwell" pitchFamily="2" charset="0"/>
            </a:endParaRPr>
          </a:p>
          <a:p>
            <a:endParaRPr lang="pt-BR" sz="3600" dirty="0"/>
          </a:p>
          <a:p>
            <a:endParaRPr lang="pt-BR" sz="3600" dirty="0"/>
          </a:p>
          <a:p>
            <a:endParaRPr lang="pt-BR" sz="3600" dirty="0"/>
          </a:p>
          <a:p>
            <a:endParaRPr lang="pt-BR" sz="3600" dirty="0"/>
          </a:p>
          <a:p>
            <a:endParaRPr lang="pt-BR" sz="3600" dirty="0"/>
          </a:p>
        </p:txBody>
      </p:sp>
      <p:sp>
        <p:nvSpPr>
          <p:cNvPr id="5" name="Título 2"/>
          <p:cNvSpPr>
            <a:spLocks noGrp="1"/>
          </p:cNvSpPr>
          <p:nvPr>
            <p:ph type="title"/>
          </p:nvPr>
        </p:nvSpPr>
        <p:spPr>
          <a:xfrm>
            <a:off x="4298" y="-12621"/>
            <a:ext cx="9139702" cy="1143000"/>
          </a:xfrm>
          <a:solidFill>
            <a:srgbClr val="FFC000"/>
          </a:solidFill>
        </p:spPr>
        <p:txBody>
          <a:bodyPr/>
          <a:lstStyle/>
          <a:p>
            <a:r>
              <a:rPr lang="pt-BR" dirty="0" err="1">
                <a:latin typeface="Sketch Rockwell" pitchFamily="2" charset="0"/>
              </a:rPr>
              <a:t>NoSQL</a:t>
            </a:r>
            <a:r>
              <a:rPr lang="en-US" dirty="0">
                <a:latin typeface="Sketch Rockwell" pitchFamily="2" charset="0"/>
              </a:rPr>
              <a:t>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48126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093204"/>
            <a:ext cx="8005830" cy="5969191"/>
          </a:xfrm>
          <a:prstGeom prst="rect">
            <a:avLst/>
          </a:prstGeom>
        </p:spPr>
      </p:pic>
      <p:sp>
        <p:nvSpPr>
          <p:cNvPr id="5" name="Título 2"/>
          <p:cNvSpPr>
            <a:spLocks noGrp="1"/>
          </p:cNvSpPr>
          <p:nvPr>
            <p:ph type="title"/>
          </p:nvPr>
        </p:nvSpPr>
        <p:spPr>
          <a:xfrm>
            <a:off x="4298" y="-12621"/>
            <a:ext cx="9139702" cy="1143000"/>
          </a:xfrm>
          <a:solidFill>
            <a:srgbClr val="FFC000"/>
          </a:solidFill>
        </p:spPr>
        <p:txBody>
          <a:bodyPr/>
          <a:lstStyle/>
          <a:p>
            <a:r>
              <a:rPr lang="pt-BR" dirty="0" err="1">
                <a:latin typeface="Sketch Rockwell" pitchFamily="2" charset="0"/>
              </a:rPr>
              <a:t>One</a:t>
            </a:r>
            <a:r>
              <a:rPr lang="pt-BR" dirty="0">
                <a:latin typeface="Sketch Rockwell" pitchFamily="2" charset="0"/>
              </a:rPr>
              <a:t> </a:t>
            </a:r>
            <a:r>
              <a:rPr lang="pt-BR" dirty="0" err="1">
                <a:latin typeface="Sketch Rockwell" pitchFamily="2" charset="0"/>
              </a:rPr>
              <a:t>Size</a:t>
            </a:r>
            <a:r>
              <a:rPr lang="pt-BR" dirty="0">
                <a:latin typeface="Sketch Rockwell" pitchFamily="2" charset="0"/>
              </a:rPr>
              <a:t> </a:t>
            </a:r>
            <a:r>
              <a:rPr lang="pt-BR" dirty="0" err="1">
                <a:latin typeface="Sketch Rockwell" pitchFamily="2" charset="0"/>
              </a:rPr>
              <a:t>Fits</a:t>
            </a:r>
            <a:r>
              <a:rPr lang="pt-BR" dirty="0">
                <a:latin typeface="Sketch Rockwell" pitchFamily="2" charset="0"/>
              </a:rPr>
              <a:t> </a:t>
            </a:r>
            <a:r>
              <a:rPr lang="pt-BR" dirty="0" err="1">
                <a:latin typeface="Sketch Rockwell" pitchFamily="2" charset="0"/>
              </a:rPr>
              <a:t>All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84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628676" y="1484784"/>
            <a:ext cx="7848872" cy="36009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latin typeface="Sketch Rockwell" pitchFamily="2" charset="0"/>
              </a:rPr>
              <a:t>“</a:t>
            </a:r>
            <a:r>
              <a:rPr lang="pt-BR" sz="5400" dirty="0" err="1">
                <a:latin typeface="Sketch Rockwell" pitchFamily="2" charset="0"/>
              </a:rPr>
              <a:t>It’s</a:t>
            </a:r>
            <a:r>
              <a:rPr lang="pt-BR" sz="5400" dirty="0">
                <a:latin typeface="Sketch Rockwell" pitchFamily="2" charset="0"/>
              </a:rPr>
              <a:t> </a:t>
            </a:r>
            <a:r>
              <a:rPr lang="pt-BR" sz="5400" dirty="0" err="1">
                <a:latin typeface="Sketch Rockwell" pitchFamily="2" charset="0"/>
              </a:rPr>
              <a:t>better</a:t>
            </a:r>
            <a:r>
              <a:rPr lang="pt-BR" sz="5400" dirty="0">
                <a:latin typeface="Sketch Rockwell" pitchFamily="2" charset="0"/>
              </a:rPr>
              <a:t> </a:t>
            </a:r>
            <a:r>
              <a:rPr lang="pt-BR" sz="5400" dirty="0" err="1">
                <a:latin typeface="Sketch Rockwell" pitchFamily="2" charset="0"/>
              </a:rPr>
              <a:t>to</a:t>
            </a:r>
            <a:r>
              <a:rPr lang="pt-BR" sz="5400" dirty="0">
                <a:latin typeface="Sketch Rockwell" pitchFamily="2" charset="0"/>
              </a:rPr>
              <a:t> </a:t>
            </a:r>
            <a:r>
              <a:rPr lang="pt-BR" sz="5400" dirty="0" err="1">
                <a:latin typeface="Sketch Rockwell" pitchFamily="2" charset="0"/>
              </a:rPr>
              <a:t>think</a:t>
            </a:r>
            <a:r>
              <a:rPr lang="pt-BR" sz="5400" dirty="0">
                <a:latin typeface="Sketch Rockwell" pitchFamily="2" charset="0"/>
              </a:rPr>
              <a:t> </a:t>
            </a:r>
            <a:r>
              <a:rPr lang="pt-BR" sz="5400" dirty="0" err="1">
                <a:latin typeface="Sketch Rockwell" pitchFamily="2" charset="0"/>
              </a:rPr>
              <a:t>of</a:t>
            </a:r>
            <a:r>
              <a:rPr lang="pt-BR" sz="5400" dirty="0">
                <a:latin typeface="Sketch Rockwell" pitchFamily="2" charset="0"/>
              </a:rPr>
              <a:t> </a:t>
            </a:r>
            <a:r>
              <a:rPr lang="pt-BR" sz="5400" dirty="0" err="1">
                <a:latin typeface="Sketch Rockwell" pitchFamily="2" charset="0"/>
              </a:rPr>
              <a:t>NoSQL</a:t>
            </a:r>
            <a:r>
              <a:rPr lang="pt-BR" sz="5400" dirty="0">
                <a:latin typeface="Sketch Rockwell" pitchFamily="2" charset="0"/>
              </a:rPr>
              <a:t> as a </a:t>
            </a:r>
            <a:r>
              <a:rPr lang="pt-BR" sz="5400" dirty="0" err="1">
                <a:latin typeface="Sketch Rockwell" pitchFamily="2" charset="0"/>
              </a:rPr>
              <a:t>movement</a:t>
            </a:r>
            <a:r>
              <a:rPr lang="pt-BR" sz="5400" dirty="0">
                <a:latin typeface="Sketch Rockwell" pitchFamily="2" charset="0"/>
              </a:rPr>
              <a:t> </a:t>
            </a:r>
            <a:r>
              <a:rPr lang="pt-BR" sz="5400" dirty="0" err="1">
                <a:latin typeface="Sketch Rockwell" pitchFamily="2" charset="0"/>
              </a:rPr>
              <a:t>rather</a:t>
            </a:r>
            <a:r>
              <a:rPr lang="pt-BR" sz="5400" dirty="0">
                <a:latin typeface="Sketch Rockwell" pitchFamily="2" charset="0"/>
              </a:rPr>
              <a:t> </a:t>
            </a:r>
            <a:r>
              <a:rPr lang="pt-BR" sz="5400" dirty="0" err="1">
                <a:latin typeface="Sketch Rockwell" pitchFamily="2" charset="0"/>
              </a:rPr>
              <a:t>than</a:t>
            </a:r>
            <a:r>
              <a:rPr lang="pt-BR" sz="5400" dirty="0">
                <a:latin typeface="Sketch Rockwell" pitchFamily="2" charset="0"/>
              </a:rPr>
              <a:t> a </a:t>
            </a:r>
            <a:r>
              <a:rPr lang="pt-BR" sz="5400" dirty="0" err="1">
                <a:latin typeface="Sketch Rockwell" pitchFamily="2" charset="0"/>
              </a:rPr>
              <a:t>technology</a:t>
            </a:r>
            <a:r>
              <a:rPr lang="pt-BR" sz="6600" dirty="0">
                <a:latin typeface="Sketch Rockwell" pitchFamily="2" charset="0"/>
              </a:rPr>
              <a:t>”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4785497" y="5301208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latin typeface="Sketch Rockwell" pitchFamily="2" charset="0"/>
              </a:rPr>
              <a:t>Martin Fowler</a:t>
            </a:r>
          </a:p>
        </p:txBody>
      </p:sp>
      <p:sp>
        <p:nvSpPr>
          <p:cNvPr id="6" name="Título 2"/>
          <p:cNvSpPr>
            <a:spLocks noGrp="1"/>
          </p:cNvSpPr>
          <p:nvPr>
            <p:ph type="title"/>
          </p:nvPr>
        </p:nvSpPr>
        <p:spPr>
          <a:xfrm>
            <a:off x="4298" y="-12621"/>
            <a:ext cx="9139702" cy="1143000"/>
          </a:xfrm>
          <a:solidFill>
            <a:srgbClr val="FFC000"/>
          </a:solidFill>
        </p:spPr>
        <p:txBody>
          <a:bodyPr/>
          <a:lstStyle/>
          <a:p>
            <a:r>
              <a:rPr lang="pt-BR" dirty="0" err="1">
                <a:latin typeface="Sketch Rockwell" pitchFamily="2" charset="0"/>
              </a:rPr>
              <a:t>NoSQL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56416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8412065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89773" y="1273677"/>
            <a:ext cx="6768752" cy="4675603"/>
          </a:xfrm>
          <a:prstGeom prst="rect">
            <a:avLst/>
          </a:prstGeom>
        </p:spPr>
      </p:pic>
      <p:sp>
        <p:nvSpPr>
          <p:cNvPr id="12" name="CaixaDeTexto 11"/>
          <p:cNvSpPr txBox="1"/>
          <p:nvPr/>
        </p:nvSpPr>
        <p:spPr>
          <a:xfrm>
            <a:off x="894113" y="5949280"/>
            <a:ext cx="72728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 err="1">
                <a:latin typeface="Sketch Rockwell" pitchFamily="2" charset="0"/>
              </a:rPr>
              <a:t>Dynamic</a:t>
            </a:r>
            <a:r>
              <a:rPr lang="pt-BR" sz="4400" dirty="0">
                <a:latin typeface="Sketch Rockwell" pitchFamily="2" charset="0"/>
              </a:rPr>
              <a:t> </a:t>
            </a:r>
            <a:r>
              <a:rPr lang="pt-BR" sz="4400" dirty="0" err="1">
                <a:latin typeface="Sketch Rockwell" pitchFamily="2" charset="0"/>
              </a:rPr>
              <a:t>Schema</a:t>
            </a:r>
            <a:endParaRPr lang="pt-BR" sz="4400" dirty="0">
              <a:latin typeface="Sketch Rockwell" pitchFamily="2" charset="0"/>
            </a:endParaRPr>
          </a:p>
        </p:txBody>
      </p:sp>
      <p:sp>
        <p:nvSpPr>
          <p:cNvPr id="6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latin typeface="Sketch Rockwell" pitchFamily="2" charset="0"/>
              </a:rPr>
              <a:t>O que as empresas esperam de um </a:t>
            </a:r>
            <a:r>
              <a:rPr lang="pt-BR" sz="4000" dirty="0" err="1">
                <a:latin typeface="Sketch Rockwell" pitchFamily="2" charset="0"/>
              </a:rPr>
              <a:t>NoSQL</a:t>
            </a:r>
            <a:r>
              <a:rPr lang="pt-BR" sz="4000" dirty="0">
                <a:latin typeface="Sketch Rockwell" pitchFamily="2" charset="0"/>
              </a:rPr>
              <a:t>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08531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/>
          <p:cNvSpPr txBox="1"/>
          <p:nvPr/>
        </p:nvSpPr>
        <p:spPr>
          <a:xfrm>
            <a:off x="968636" y="6088559"/>
            <a:ext cx="72728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 err="1">
                <a:latin typeface="Sketch Rockwell" pitchFamily="2" charset="0"/>
              </a:rPr>
              <a:t>Flexible</a:t>
            </a:r>
            <a:r>
              <a:rPr lang="pt-BR" sz="4400" dirty="0">
                <a:latin typeface="Sketch Rockwell" pitchFamily="2" charset="0"/>
              </a:rPr>
              <a:t> </a:t>
            </a:r>
            <a:r>
              <a:rPr lang="pt-BR" sz="4400" dirty="0" err="1">
                <a:latin typeface="Sketch Rockwell" pitchFamily="2" charset="0"/>
              </a:rPr>
              <a:t>Schema</a:t>
            </a:r>
            <a:endParaRPr lang="pt-BR" sz="4400" dirty="0">
              <a:latin typeface="Sketch Rockwell" pitchFamily="2" charset="0"/>
            </a:endParaRPr>
          </a:p>
        </p:txBody>
      </p:sp>
      <p:pic>
        <p:nvPicPr>
          <p:cNvPr id="6" name="Imagem 5" descr="200189086-00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00684" y="1052736"/>
            <a:ext cx="6408712" cy="5082771"/>
          </a:xfrm>
          <a:prstGeom prst="rect">
            <a:avLst/>
          </a:prstGeom>
        </p:spPr>
      </p:pic>
      <p:sp>
        <p:nvSpPr>
          <p:cNvPr id="7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latin typeface="Sketch Rockwell" pitchFamily="2" charset="0"/>
              </a:rPr>
              <a:t>O que as empresas esperam de um </a:t>
            </a:r>
            <a:r>
              <a:rPr lang="pt-BR" sz="4000" dirty="0" err="1">
                <a:latin typeface="Sketch Rockwell" pitchFamily="2" charset="0"/>
              </a:rPr>
              <a:t>NoSQL</a:t>
            </a:r>
            <a:r>
              <a:rPr lang="pt-BR" sz="4000" dirty="0">
                <a:latin typeface="Sketch Rockwell" pitchFamily="2" charset="0"/>
              </a:rPr>
              <a:t>?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3908557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412776"/>
            <a:ext cx="7519988" cy="4800600"/>
          </a:xfrm>
        </p:spPr>
        <p:txBody>
          <a:bodyPr>
            <a:normAutofit/>
          </a:bodyPr>
          <a:lstStyle/>
          <a:p>
            <a:endParaRPr lang="pt-BR" sz="3600" dirty="0"/>
          </a:p>
          <a:p>
            <a:endParaRPr lang="pt-BR" sz="3600" dirty="0"/>
          </a:p>
          <a:p>
            <a:endParaRPr lang="pt-BR" sz="3600" dirty="0"/>
          </a:p>
          <a:p>
            <a:endParaRPr lang="pt-BR" sz="3600" dirty="0"/>
          </a:p>
          <a:p>
            <a:endParaRPr lang="pt-BR" sz="3600" dirty="0"/>
          </a:p>
        </p:txBody>
      </p:sp>
      <p:sp>
        <p:nvSpPr>
          <p:cNvPr id="5" name="Título 2"/>
          <p:cNvSpPr>
            <a:spLocks noGrp="1"/>
          </p:cNvSpPr>
          <p:nvPr>
            <p:ph type="title"/>
          </p:nvPr>
        </p:nvSpPr>
        <p:spPr>
          <a:xfrm>
            <a:off x="4298" y="-12621"/>
            <a:ext cx="9139702" cy="1143000"/>
          </a:xfrm>
          <a:solidFill>
            <a:srgbClr val="FFC000"/>
          </a:solidFill>
        </p:spPr>
        <p:txBody>
          <a:bodyPr/>
          <a:lstStyle/>
          <a:p>
            <a:r>
              <a:rPr lang="pt-BR" dirty="0" err="1">
                <a:latin typeface="Sketch Rockwell" pitchFamily="2" charset="0"/>
              </a:rPr>
              <a:t>Flexible</a:t>
            </a:r>
            <a:r>
              <a:rPr lang="pt-BR" dirty="0">
                <a:latin typeface="Sketch Rockwell" pitchFamily="2" charset="0"/>
              </a:rPr>
              <a:t> </a:t>
            </a:r>
            <a:r>
              <a:rPr lang="pt-BR" dirty="0" err="1">
                <a:latin typeface="Sketch Rockwell" pitchFamily="2" charset="0"/>
              </a:rPr>
              <a:t>Schema</a:t>
            </a:r>
            <a:endParaRPr lang="pt-BR" dirty="0"/>
          </a:p>
        </p:txBody>
      </p:sp>
      <p:sp>
        <p:nvSpPr>
          <p:cNvPr id="3" name="Elipse 2"/>
          <p:cNvSpPr/>
          <p:nvPr/>
        </p:nvSpPr>
        <p:spPr>
          <a:xfrm>
            <a:off x="467544" y="2919727"/>
            <a:ext cx="2952328" cy="1800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 err="1">
                <a:latin typeface="Sketch Rockwell" pitchFamily="2" charset="0"/>
              </a:rPr>
              <a:t>Flexible</a:t>
            </a:r>
            <a:r>
              <a:rPr lang="pt-BR" sz="2400" dirty="0">
                <a:latin typeface="Sketch Rockwell" pitchFamily="2" charset="0"/>
              </a:rPr>
              <a:t> </a:t>
            </a:r>
            <a:r>
              <a:rPr lang="pt-BR" sz="2400" dirty="0" err="1">
                <a:latin typeface="Sketch Rockwell" pitchFamily="2" charset="0"/>
              </a:rPr>
              <a:t>Schema</a:t>
            </a:r>
            <a:endParaRPr lang="pt-BR" sz="2400" dirty="0">
              <a:latin typeface="Sketch Rockwell" pitchFamily="2" charset="0"/>
            </a:endParaRPr>
          </a:p>
        </p:txBody>
      </p:sp>
      <p:sp>
        <p:nvSpPr>
          <p:cNvPr id="4" name="Seta para a direita 3"/>
          <p:cNvSpPr/>
          <p:nvPr/>
        </p:nvSpPr>
        <p:spPr>
          <a:xfrm>
            <a:off x="3734058" y="3315771"/>
            <a:ext cx="1296144" cy="10081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5280931" y="2919727"/>
            <a:ext cx="3240360" cy="1800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 err="1">
                <a:latin typeface="Sketch Rockwell" pitchFamily="2" charset="0"/>
              </a:rPr>
              <a:t>Dev</a:t>
            </a:r>
            <a:r>
              <a:rPr lang="pt-BR" sz="2400" dirty="0">
                <a:latin typeface="Sketch Rockwell" pitchFamily="2" charset="0"/>
              </a:rPr>
              <a:t> Productivity</a:t>
            </a:r>
          </a:p>
        </p:txBody>
      </p:sp>
    </p:spTree>
    <p:extLst>
      <p:ext uri="{BB962C8B-B14F-4D97-AF65-F5344CB8AC3E}">
        <p14:creationId xmlns:p14="http://schemas.microsoft.com/office/powerpoint/2010/main" val="32726547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4584" y="1142998"/>
            <a:ext cx="10147617" cy="5708035"/>
          </a:xfrm>
          <a:prstGeom prst="rect">
            <a:avLst/>
          </a:prstGeom>
        </p:spPr>
      </p:pic>
      <p:sp>
        <p:nvSpPr>
          <p:cNvPr id="5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 err="1">
                <a:latin typeface="Sketch Rockwell" pitchFamily="2" charset="0"/>
              </a:rPr>
              <a:t>Relational</a:t>
            </a:r>
            <a:r>
              <a:rPr lang="pt-BR" sz="4000" dirty="0">
                <a:latin typeface="Sketch Rockwell" pitchFamily="2" charset="0"/>
              </a:rPr>
              <a:t> DB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94816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12776"/>
            <a:ext cx="8064896" cy="4934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5110320" y="6164671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latin typeface="Sketch Rockwell" pitchFamily="2" charset="0"/>
              </a:rPr>
              <a:t>Martin Fowler</a:t>
            </a:r>
          </a:p>
        </p:txBody>
      </p:sp>
      <p:sp>
        <p:nvSpPr>
          <p:cNvPr id="6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 err="1">
                <a:latin typeface="Sketch Rockwell" pitchFamily="2" charset="0"/>
              </a:rPr>
              <a:t>Relational</a:t>
            </a:r>
            <a:r>
              <a:rPr lang="pt-BR" sz="4000" dirty="0">
                <a:latin typeface="Sketch Rockwell" pitchFamily="2" charset="0"/>
              </a:rPr>
              <a:t> DB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6677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Sketch Rockwell" pitchFamily="2" charset="0"/>
              </a:rPr>
              <a:t>The </a:t>
            </a:r>
            <a:r>
              <a:rPr lang="pt-BR" dirty="0" err="1">
                <a:latin typeface="Sketch Rockwell" pitchFamily="2" charset="0"/>
              </a:rPr>
              <a:t>difference</a:t>
            </a:r>
            <a:r>
              <a:rPr lang="pt-BR" dirty="0">
                <a:latin typeface="Sketch Rockwell" pitchFamily="2" charset="0"/>
              </a:rPr>
              <a:t> </a:t>
            </a:r>
            <a:r>
              <a:rPr lang="pt-BR" dirty="0" err="1">
                <a:latin typeface="Sketch Rockwell" pitchFamily="2" charset="0"/>
              </a:rPr>
              <a:t>between</a:t>
            </a:r>
            <a:r>
              <a:rPr lang="pt-BR" dirty="0">
                <a:latin typeface="Sketch Rockwell" pitchFamily="2" charset="0"/>
              </a:rPr>
              <a:t> </a:t>
            </a:r>
            <a:r>
              <a:rPr lang="pt-BR" dirty="0" err="1">
                <a:latin typeface="Sketch Rockwell" pitchFamily="2" charset="0"/>
              </a:rPr>
              <a:t>the</a:t>
            </a:r>
            <a:r>
              <a:rPr lang="pt-BR" dirty="0">
                <a:latin typeface="Sketch Rockwell" pitchFamily="2" charset="0"/>
              </a:rPr>
              <a:t> </a:t>
            </a:r>
            <a:r>
              <a:rPr lang="pt-BR" dirty="0" err="1">
                <a:latin typeface="Sketch Rockwell" pitchFamily="2" charset="0"/>
              </a:rPr>
              <a:t>relational</a:t>
            </a:r>
            <a:r>
              <a:rPr lang="pt-BR" dirty="0">
                <a:latin typeface="Sketch Rockwell" pitchFamily="2" charset="0"/>
              </a:rPr>
              <a:t> </a:t>
            </a:r>
            <a:r>
              <a:rPr lang="pt-BR" dirty="0" err="1">
                <a:latin typeface="Sketch Rockwell" pitchFamily="2" charset="0"/>
              </a:rPr>
              <a:t>model</a:t>
            </a:r>
            <a:r>
              <a:rPr lang="pt-BR" dirty="0">
                <a:latin typeface="Sketch Rockwell" pitchFamily="2" charset="0"/>
              </a:rPr>
              <a:t> </a:t>
            </a:r>
            <a:r>
              <a:rPr lang="pt-BR" dirty="0" err="1">
                <a:latin typeface="Sketch Rockwell" pitchFamily="2" charset="0"/>
              </a:rPr>
              <a:t>and</a:t>
            </a:r>
            <a:r>
              <a:rPr lang="pt-BR" dirty="0">
                <a:latin typeface="Sketch Rockwell" pitchFamily="2" charset="0"/>
              </a:rPr>
              <a:t> </a:t>
            </a:r>
            <a:r>
              <a:rPr lang="pt-BR" dirty="0" err="1">
                <a:latin typeface="Sketch Rockwell" pitchFamily="2" charset="0"/>
              </a:rPr>
              <a:t>the</a:t>
            </a:r>
            <a:r>
              <a:rPr lang="pt-BR" dirty="0">
                <a:latin typeface="Sketch Rockwell" pitchFamily="2" charset="0"/>
              </a:rPr>
              <a:t> </a:t>
            </a:r>
            <a:r>
              <a:rPr lang="pt-BR" dirty="0" err="1">
                <a:latin typeface="Sketch Rockwell" pitchFamily="2" charset="0"/>
              </a:rPr>
              <a:t>in-memory</a:t>
            </a:r>
            <a:r>
              <a:rPr lang="pt-BR" dirty="0">
                <a:latin typeface="Sketch Rockwell" pitchFamily="2" charset="0"/>
              </a:rPr>
              <a:t> data </a:t>
            </a:r>
            <a:r>
              <a:rPr lang="pt-BR" dirty="0" err="1">
                <a:latin typeface="Sketch Rockwell" pitchFamily="2" charset="0"/>
              </a:rPr>
              <a:t>structures</a:t>
            </a:r>
            <a:r>
              <a:rPr lang="pt-BR" dirty="0">
                <a:latin typeface="Sketch Rockwell" pitchFamily="2" charset="0"/>
              </a:rPr>
              <a:t> (Fowler)</a:t>
            </a:r>
          </a:p>
          <a:p>
            <a:r>
              <a:rPr lang="en-US" dirty="0">
                <a:latin typeface="Sketch Rockwell" pitchFamily="2" charset="0"/>
              </a:rPr>
              <a:t>Limitations of relational DB: values only in tuples</a:t>
            </a:r>
          </a:p>
          <a:p>
            <a:r>
              <a:rPr lang="en-US" dirty="0">
                <a:latin typeface="Sketch Rockwell" pitchFamily="2" charset="0"/>
              </a:rPr>
              <a:t>We need a more complex structure than a set of tuples as a data unit</a:t>
            </a:r>
          </a:p>
          <a:p>
            <a:endParaRPr lang="en-US" dirty="0">
              <a:latin typeface="Sketch Rockwell" pitchFamily="2" charset="0"/>
            </a:endParaRPr>
          </a:p>
          <a:p>
            <a:endParaRPr lang="pt-BR" dirty="0"/>
          </a:p>
        </p:txBody>
      </p:sp>
      <p:sp>
        <p:nvSpPr>
          <p:cNvPr id="4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 err="1">
                <a:latin typeface="Sketch Rockwell" pitchFamily="2" charset="0"/>
              </a:rPr>
              <a:t>Impedance</a:t>
            </a:r>
            <a:r>
              <a:rPr lang="pt-BR" dirty="0">
                <a:latin typeface="Sketch Rockwell" pitchFamily="2" charset="0"/>
              </a:rPr>
              <a:t> </a:t>
            </a:r>
            <a:r>
              <a:rPr lang="pt-BR" dirty="0" err="1">
                <a:latin typeface="Sketch Rockwell" pitchFamily="2" charset="0"/>
              </a:rPr>
              <a:t>mismatch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7529274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66304" y="3140968"/>
            <a:ext cx="3888432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Sketch Rockwell" pitchFamily="2" charset="0"/>
              </a:rPr>
              <a:t>Costumers</a:t>
            </a:r>
            <a:br>
              <a:rPr lang="en-US" dirty="0">
                <a:latin typeface="Sketch Rockwell" pitchFamily="2" charset="0"/>
              </a:rPr>
            </a:br>
            <a:r>
              <a:rPr lang="en-US" dirty="0">
                <a:latin typeface="Sketch Rockwell" pitchFamily="2" charset="0"/>
              </a:rPr>
              <a:t>Orders</a:t>
            </a:r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5110320" y="6164671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latin typeface="Sketch Rockwell" pitchFamily="2" charset="0"/>
              </a:rPr>
              <a:t>Martin Fowler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364088" cy="6828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4966304" y="1340768"/>
            <a:ext cx="388843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Sketch Rockwell" pitchFamily="2" charset="0"/>
              </a:rPr>
              <a:t>Aggregate Model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93807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852057" y="3294712"/>
            <a:ext cx="3888432" cy="1143000"/>
          </a:xfrm>
        </p:spPr>
        <p:txBody>
          <a:bodyPr>
            <a:normAutofit/>
          </a:bodyPr>
          <a:lstStyle/>
          <a:p>
            <a:r>
              <a:rPr lang="en-US" dirty="0">
                <a:latin typeface="Sketch Rockwell" pitchFamily="2" charset="0"/>
              </a:rPr>
              <a:t>Costumers</a:t>
            </a:r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5110320" y="6164671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latin typeface="Sketch Rockwell" pitchFamily="2" charset="0"/>
              </a:rPr>
              <a:t>Martin Fowler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4690779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04" y="4509120"/>
            <a:ext cx="4591589" cy="214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4966304" y="1340768"/>
            <a:ext cx="388843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Sketch Rockwell" pitchFamily="2" charset="0"/>
              </a:rPr>
              <a:t>Aggregate Model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96490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412776"/>
            <a:ext cx="7519988" cy="4800600"/>
          </a:xfrm>
        </p:spPr>
        <p:txBody>
          <a:bodyPr>
            <a:normAutofit/>
          </a:bodyPr>
          <a:lstStyle/>
          <a:p>
            <a:endParaRPr lang="pt-BR" sz="3600" dirty="0"/>
          </a:p>
          <a:p>
            <a:endParaRPr lang="pt-BR" sz="3600" dirty="0"/>
          </a:p>
          <a:p>
            <a:endParaRPr lang="pt-BR" sz="3600" dirty="0"/>
          </a:p>
          <a:p>
            <a:endParaRPr lang="pt-BR" sz="3600" dirty="0"/>
          </a:p>
          <a:p>
            <a:endParaRPr lang="pt-BR" sz="3600" dirty="0"/>
          </a:p>
        </p:txBody>
      </p:sp>
      <p:sp>
        <p:nvSpPr>
          <p:cNvPr id="5" name="Título 2"/>
          <p:cNvSpPr>
            <a:spLocks noGrp="1"/>
          </p:cNvSpPr>
          <p:nvPr>
            <p:ph type="title"/>
          </p:nvPr>
        </p:nvSpPr>
        <p:spPr>
          <a:xfrm>
            <a:off x="4298" y="-12621"/>
            <a:ext cx="9139702" cy="1143000"/>
          </a:xfrm>
          <a:solidFill>
            <a:srgbClr val="FFC000"/>
          </a:solidFill>
        </p:spPr>
        <p:txBody>
          <a:bodyPr/>
          <a:lstStyle/>
          <a:p>
            <a:r>
              <a:rPr lang="pt-BR" dirty="0" err="1">
                <a:latin typeface="Sketch Rockwell" pitchFamily="2" charset="0"/>
              </a:rPr>
              <a:t>Questions</a:t>
            </a:r>
            <a:r>
              <a:rPr lang="pt-BR" dirty="0">
                <a:latin typeface="Sketch Rockwell" pitchFamily="2" charset="0"/>
              </a:rPr>
              <a:t> </a:t>
            </a:r>
            <a:r>
              <a:rPr lang="pt-BR" dirty="0" err="1">
                <a:latin typeface="Sketch Rockwell" pitchFamily="2" charset="0"/>
              </a:rPr>
              <a:t>vs</a:t>
            </a:r>
            <a:r>
              <a:rPr lang="pt-BR" dirty="0">
                <a:latin typeface="Sketch Rockwell" pitchFamily="2" charset="0"/>
              </a:rPr>
              <a:t> </a:t>
            </a:r>
            <a:r>
              <a:rPr lang="pt-BR" dirty="0" err="1">
                <a:latin typeface="Sketch Rockwell" pitchFamily="2" charset="0"/>
              </a:rPr>
              <a:t>Answers</a:t>
            </a:r>
            <a:endParaRPr lang="pt-BR" dirty="0"/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521768"/>
              </p:ext>
            </p:extLst>
          </p:nvPr>
        </p:nvGraphicFramePr>
        <p:xfrm>
          <a:off x="611560" y="1700808"/>
          <a:ext cx="7848872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4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4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6188">
                <a:tc>
                  <a:txBody>
                    <a:bodyPr/>
                    <a:lstStyle/>
                    <a:p>
                      <a:pPr algn="ctr"/>
                      <a:r>
                        <a:rPr lang="pt-BR" sz="4000" dirty="0">
                          <a:latin typeface="Sketch Rockwell" pitchFamily="2" charset="0"/>
                        </a:rPr>
                        <a:t>RDBMS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4000" dirty="0" err="1">
                          <a:latin typeface="Sketch Rockwell" pitchFamily="2" charset="0"/>
                        </a:rPr>
                        <a:t>MongoDB</a:t>
                      </a:r>
                      <a:endParaRPr lang="pt-BR" sz="4000" dirty="0">
                        <a:latin typeface="Sketch Rockwell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188">
                <a:tc>
                  <a:txBody>
                    <a:bodyPr/>
                    <a:lstStyle/>
                    <a:p>
                      <a:pPr algn="ctr"/>
                      <a:r>
                        <a:rPr lang="pt-BR" sz="4000" dirty="0">
                          <a:latin typeface="Sketch Rockwell" pitchFamily="2" charset="0"/>
                        </a:rPr>
                        <a:t>Data </a:t>
                      </a:r>
                      <a:r>
                        <a:rPr lang="pt-BR" sz="4000" dirty="0" err="1">
                          <a:latin typeface="Sketch Rockwell" pitchFamily="2" charset="0"/>
                        </a:rPr>
                        <a:t>Storage</a:t>
                      </a:r>
                      <a:endParaRPr lang="pt-BR" sz="4000" dirty="0">
                        <a:latin typeface="Sketch Rockwell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4000" dirty="0">
                          <a:latin typeface="Sketch Rockwell" pitchFamily="2" charset="0"/>
                        </a:rPr>
                        <a:t>Data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188">
                <a:tc>
                  <a:txBody>
                    <a:bodyPr/>
                    <a:lstStyle/>
                    <a:p>
                      <a:pPr algn="ctr"/>
                      <a:r>
                        <a:rPr lang="pt-BR" sz="4000" dirty="0" err="1">
                          <a:latin typeface="Sketch Rockwell" pitchFamily="2" charset="0"/>
                        </a:rPr>
                        <a:t>Answers</a:t>
                      </a:r>
                      <a:endParaRPr lang="pt-BR" sz="4000" dirty="0">
                        <a:latin typeface="Sketch Rockwell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4000" dirty="0" err="1">
                          <a:latin typeface="Sketch Rockwell" pitchFamily="2" charset="0"/>
                        </a:rPr>
                        <a:t>Questions</a:t>
                      </a:r>
                      <a:endParaRPr lang="pt-BR" sz="4000" dirty="0">
                        <a:latin typeface="Sketch Rockwell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188">
                <a:tc>
                  <a:txBody>
                    <a:bodyPr/>
                    <a:lstStyle/>
                    <a:p>
                      <a:pPr algn="ctr"/>
                      <a:r>
                        <a:rPr lang="pt-BR" sz="4000" dirty="0" err="1">
                          <a:latin typeface="Sketch Rockwell" pitchFamily="2" charset="0"/>
                        </a:rPr>
                        <a:t>Botton</a:t>
                      </a:r>
                      <a:r>
                        <a:rPr lang="pt-BR" sz="4000" baseline="0" dirty="0">
                          <a:latin typeface="Sketch Rockwell" pitchFamily="2" charset="0"/>
                        </a:rPr>
                        <a:t> </a:t>
                      </a:r>
                      <a:r>
                        <a:rPr lang="pt-BR" sz="4000" baseline="0" dirty="0" err="1">
                          <a:latin typeface="Sketch Rockwell" pitchFamily="2" charset="0"/>
                        </a:rPr>
                        <a:t>Up</a:t>
                      </a:r>
                      <a:endParaRPr lang="pt-BR" sz="4000" dirty="0">
                        <a:latin typeface="Sketch Rockwell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4000" dirty="0">
                          <a:latin typeface="Sketch Rockwell" pitchFamily="2" charset="0"/>
                        </a:rPr>
                        <a:t>Top Down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15785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" y="1143000"/>
            <a:ext cx="9144000" cy="6089976"/>
          </a:xfrm>
          <a:prstGeom prst="rect">
            <a:avLst/>
          </a:prstGeom>
        </p:spPr>
      </p:pic>
      <p:sp>
        <p:nvSpPr>
          <p:cNvPr id="5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 err="1">
                <a:latin typeface="Sketch Rockwell" pitchFamily="2" charset="0"/>
              </a:rPr>
              <a:t>Scalability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03386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611560" y="1700808"/>
            <a:ext cx="799288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 err="1">
                <a:latin typeface="Sketch Rockwell" pitchFamily="2" charset="0"/>
              </a:rPr>
              <a:t>If</a:t>
            </a:r>
            <a:r>
              <a:rPr lang="pt-BR" sz="4400" b="1" dirty="0">
                <a:latin typeface="Sketch Rockwell" pitchFamily="2" charset="0"/>
              </a:rPr>
              <a:t> I </a:t>
            </a:r>
            <a:r>
              <a:rPr lang="pt-BR" sz="4400" b="1" dirty="0" err="1">
                <a:latin typeface="Sketch Rockwell" pitchFamily="2" charset="0"/>
              </a:rPr>
              <a:t>had</a:t>
            </a:r>
            <a:r>
              <a:rPr lang="pt-BR" sz="4400" b="1" dirty="0">
                <a:latin typeface="Sketch Rockwell" pitchFamily="2" charset="0"/>
              </a:rPr>
              <a:t> </a:t>
            </a:r>
            <a:r>
              <a:rPr lang="pt-BR" sz="4400" b="1" dirty="0" err="1">
                <a:latin typeface="Sketch Rockwell" pitchFamily="2" charset="0"/>
              </a:rPr>
              <a:t>asked</a:t>
            </a:r>
            <a:r>
              <a:rPr lang="pt-BR" sz="4400" b="1" dirty="0">
                <a:latin typeface="Sketch Rockwell" pitchFamily="2" charset="0"/>
              </a:rPr>
              <a:t> </a:t>
            </a:r>
            <a:r>
              <a:rPr lang="pt-BR" sz="4400" b="1" dirty="0" err="1">
                <a:latin typeface="Sketch Rockwell" pitchFamily="2" charset="0"/>
              </a:rPr>
              <a:t>people</a:t>
            </a:r>
            <a:r>
              <a:rPr lang="pt-BR" sz="4400" b="1" dirty="0">
                <a:latin typeface="Sketch Rockwell" pitchFamily="2" charset="0"/>
              </a:rPr>
              <a:t> </a:t>
            </a:r>
            <a:r>
              <a:rPr lang="pt-BR" sz="4400" b="1" dirty="0" err="1">
                <a:latin typeface="Sketch Rockwell" pitchFamily="2" charset="0"/>
              </a:rPr>
              <a:t>what</a:t>
            </a:r>
            <a:r>
              <a:rPr lang="pt-BR" sz="4400" b="1" dirty="0">
                <a:latin typeface="Sketch Rockwell" pitchFamily="2" charset="0"/>
              </a:rPr>
              <a:t> </a:t>
            </a:r>
            <a:r>
              <a:rPr lang="pt-BR" sz="4400" b="1" dirty="0" err="1">
                <a:latin typeface="Sketch Rockwell" pitchFamily="2" charset="0"/>
              </a:rPr>
              <a:t>they</a:t>
            </a:r>
            <a:r>
              <a:rPr lang="pt-BR" sz="4400" b="1" dirty="0">
                <a:latin typeface="Sketch Rockwell" pitchFamily="2" charset="0"/>
              </a:rPr>
              <a:t> </a:t>
            </a:r>
            <a:r>
              <a:rPr lang="pt-BR" sz="4400" b="1" dirty="0" err="1">
                <a:latin typeface="Sketch Rockwell" pitchFamily="2" charset="0"/>
              </a:rPr>
              <a:t>wanted</a:t>
            </a:r>
            <a:r>
              <a:rPr lang="pt-BR" sz="4400" b="1" dirty="0">
                <a:latin typeface="Sketch Rockwell" pitchFamily="2" charset="0"/>
              </a:rPr>
              <a:t>, </a:t>
            </a:r>
            <a:r>
              <a:rPr lang="pt-BR" sz="4400" b="1" dirty="0" err="1">
                <a:latin typeface="Sketch Rockwell" pitchFamily="2" charset="0"/>
              </a:rPr>
              <a:t>they</a:t>
            </a:r>
            <a:r>
              <a:rPr lang="pt-BR" sz="4400" b="1" dirty="0">
                <a:latin typeface="Sketch Rockwell" pitchFamily="2" charset="0"/>
              </a:rPr>
              <a:t> </a:t>
            </a:r>
            <a:r>
              <a:rPr lang="pt-BR" sz="4400" b="1" dirty="0" err="1">
                <a:latin typeface="Sketch Rockwell" pitchFamily="2" charset="0"/>
              </a:rPr>
              <a:t>would</a:t>
            </a:r>
            <a:r>
              <a:rPr lang="pt-BR" sz="4400" b="1" dirty="0">
                <a:latin typeface="Sketch Rockwell" pitchFamily="2" charset="0"/>
              </a:rPr>
              <a:t> </a:t>
            </a:r>
            <a:r>
              <a:rPr lang="pt-BR" sz="4400" b="1" dirty="0" err="1">
                <a:latin typeface="Sketch Rockwell" pitchFamily="2" charset="0"/>
              </a:rPr>
              <a:t>have</a:t>
            </a:r>
            <a:r>
              <a:rPr lang="pt-BR" sz="4400" b="1" dirty="0">
                <a:latin typeface="Sketch Rockwell" pitchFamily="2" charset="0"/>
              </a:rPr>
              <a:t> </a:t>
            </a:r>
            <a:r>
              <a:rPr lang="pt-BR" sz="4400" b="1" dirty="0" err="1">
                <a:latin typeface="Sketch Rockwell" pitchFamily="2" charset="0"/>
              </a:rPr>
              <a:t>said</a:t>
            </a:r>
            <a:r>
              <a:rPr lang="pt-BR" sz="4400" b="1" dirty="0">
                <a:latin typeface="Sketch Rockwell" pitchFamily="2" charset="0"/>
              </a:rPr>
              <a:t> </a:t>
            </a:r>
            <a:r>
              <a:rPr lang="pt-BR" sz="4400" b="1" dirty="0" err="1">
                <a:latin typeface="Sketch Rockwell" pitchFamily="2" charset="0"/>
              </a:rPr>
              <a:t>faster</a:t>
            </a:r>
            <a:r>
              <a:rPr lang="pt-BR" sz="4400" b="1" dirty="0">
                <a:latin typeface="Sketch Rockwell" pitchFamily="2" charset="0"/>
              </a:rPr>
              <a:t> </a:t>
            </a:r>
            <a:r>
              <a:rPr lang="pt-BR" sz="4400" b="1" dirty="0" err="1">
                <a:latin typeface="Sketch Rockwell" pitchFamily="2" charset="0"/>
              </a:rPr>
              <a:t>horses</a:t>
            </a:r>
            <a:r>
              <a:rPr lang="pt-BR" sz="4400" b="1" dirty="0">
                <a:latin typeface="Sketch Rockwell" pitchFamily="2" charset="0"/>
              </a:rPr>
              <a:t>. </a:t>
            </a:r>
          </a:p>
          <a:p>
            <a:pPr algn="r"/>
            <a:r>
              <a:rPr lang="pt-BR" sz="2400" b="1" dirty="0">
                <a:latin typeface="Sketch Rockwell" pitchFamily="2" charset="0"/>
              </a:rPr>
              <a:t>Henry Ford</a:t>
            </a:r>
            <a:r>
              <a:rPr lang="pt-BR" sz="2800" dirty="0">
                <a:latin typeface="Sketch Rockwell" pitchFamily="2" charset="0"/>
              </a:rPr>
              <a:t>.</a:t>
            </a:r>
            <a:endParaRPr lang="pt-BR" sz="3600" dirty="0">
              <a:latin typeface="Sketch Rockwell" pitchFamily="2" charset="0"/>
            </a:endParaRPr>
          </a:p>
        </p:txBody>
      </p:sp>
      <p:sp>
        <p:nvSpPr>
          <p:cNvPr id="3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 err="1">
                <a:latin typeface="Sketch Rockwell" pitchFamily="2" charset="0"/>
              </a:rPr>
              <a:t>Scalability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54343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pt-BR" sz="2800" dirty="0">
                <a:latin typeface="Sketch Rockwell" pitchFamily="2" charset="0"/>
              </a:rPr>
              <a:t>Escalabilidade para leituras num banco relacional: trabalhoso</a:t>
            </a:r>
          </a:p>
          <a:p>
            <a:pPr lvl="0">
              <a:defRPr/>
            </a:pPr>
            <a:r>
              <a:rPr lang="pt-BR" sz="2800" dirty="0">
                <a:latin typeface="Sketch Rockwell" pitchFamily="2" charset="0"/>
              </a:rPr>
              <a:t>Escalabilidade para escritas num banco relacional: MUITO, MUITO, trabalhoso</a:t>
            </a:r>
          </a:p>
          <a:p>
            <a:pPr lvl="0">
              <a:defRPr/>
            </a:pPr>
            <a:r>
              <a:rPr lang="pt-BR" sz="2800" dirty="0">
                <a:latin typeface="Sketch Rockwell" pitchFamily="2" charset="0"/>
              </a:rPr>
              <a:t>(se conseguir seu BD deixou de ser relacional...)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338" y="4221088"/>
            <a:ext cx="2520280" cy="2115235"/>
          </a:xfrm>
          <a:prstGeom prst="rect">
            <a:avLst/>
          </a:prstGeom>
        </p:spPr>
      </p:pic>
      <p:sp>
        <p:nvSpPr>
          <p:cNvPr id="5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latin typeface="Sketch Rockwell" pitchFamily="2" charset="0"/>
              </a:rPr>
              <a:t>Escalabilidade vertical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133667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 descr="103652004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91680" y="1238081"/>
            <a:ext cx="3600400" cy="5389949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036" y="3933056"/>
            <a:ext cx="2520280" cy="2115235"/>
          </a:xfrm>
          <a:prstGeom prst="rect">
            <a:avLst/>
          </a:prstGeom>
        </p:spPr>
      </p:pic>
      <p:sp>
        <p:nvSpPr>
          <p:cNvPr id="6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latin typeface="Sketch Rockwell" pitchFamily="2" charset="0"/>
              </a:rPr>
              <a:t>Escalabilidade vertical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647077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 descr="83461805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67544" y="1268760"/>
            <a:ext cx="5616624" cy="4940076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4005064"/>
            <a:ext cx="2723061" cy="2160240"/>
          </a:xfrm>
          <a:prstGeom prst="rect">
            <a:avLst/>
          </a:prstGeom>
        </p:spPr>
      </p:pic>
      <p:sp>
        <p:nvSpPr>
          <p:cNvPr id="6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latin typeface="Sketch Rockwell" pitchFamily="2" charset="0"/>
              </a:rPr>
              <a:t>Escalabilidade horizontal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76806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 descr="88749125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23528" y="1412775"/>
            <a:ext cx="5832648" cy="4773327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4293096"/>
            <a:ext cx="2450755" cy="1944216"/>
          </a:xfrm>
          <a:prstGeom prst="rect">
            <a:avLst/>
          </a:prstGeom>
        </p:spPr>
      </p:pic>
      <p:sp>
        <p:nvSpPr>
          <p:cNvPr id="7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latin typeface="Sketch Rockwell" pitchFamily="2" charset="0"/>
              </a:rPr>
              <a:t>Escalabilidade horizontal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70038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ço Reservado para Conteúdo 5" descr="TR001734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627784" y="1484784"/>
            <a:ext cx="4536504" cy="2994628"/>
          </a:xfrm>
        </p:spPr>
      </p:pic>
      <p:sp>
        <p:nvSpPr>
          <p:cNvPr id="7" name="CaixaDeTexto 6"/>
          <p:cNvSpPr txBox="1"/>
          <p:nvPr/>
        </p:nvSpPr>
        <p:spPr>
          <a:xfrm>
            <a:off x="1403648" y="4653136"/>
            <a:ext cx="6624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“Eventual” pt-br: pode não ocorrer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187624" y="5301208"/>
            <a:ext cx="6840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“Eventual” inglês: irá ocorrer em breve</a:t>
            </a:r>
          </a:p>
        </p:txBody>
      </p:sp>
      <p:sp>
        <p:nvSpPr>
          <p:cNvPr id="9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 err="1">
                <a:latin typeface="Sketch Rockwell" pitchFamily="2" charset="0"/>
              </a:rPr>
              <a:t>Eventually</a:t>
            </a:r>
            <a:r>
              <a:rPr lang="pt-BR" sz="4000" dirty="0">
                <a:latin typeface="Sketch Rockwell" pitchFamily="2" charset="0"/>
              </a:rPr>
              <a:t> </a:t>
            </a:r>
            <a:r>
              <a:rPr lang="pt-BR" sz="4000" dirty="0" err="1">
                <a:latin typeface="Sketch Rockwell" pitchFamily="2" charset="0"/>
              </a:rPr>
              <a:t>Consistent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06326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 err="1">
                <a:latin typeface="Sketch Rockwell" pitchFamily="2" charset="0"/>
              </a:rPr>
              <a:t>Eventually</a:t>
            </a:r>
            <a:r>
              <a:rPr lang="pt-BR" sz="4000" dirty="0">
                <a:latin typeface="Sketch Rockwell" pitchFamily="2" charset="0"/>
              </a:rPr>
              <a:t> </a:t>
            </a:r>
            <a:r>
              <a:rPr lang="pt-BR" sz="4000" dirty="0" err="1">
                <a:latin typeface="Sketch Rockwell" pitchFamily="2" charset="0"/>
              </a:rPr>
              <a:t>Consistent</a:t>
            </a:r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850" y="1484784"/>
            <a:ext cx="5376597" cy="4032448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611560" y="5749392"/>
            <a:ext cx="76328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 err="1">
                <a:latin typeface="Sketch Rockwell" pitchFamily="2" charset="0"/>
              </a:rPr>
              <a:t>Offline</a:t>
            </a:r>
            <a:r>
              <a:rPr lang="pt-BR" sz="2800" dirty="0">
                <a:latin typeface="Sketch Rockwell" pitchFamily="2" charset="0"/>
              </a:rPr>
              <a:t> ATM </a:t>
            </a:r>
            <a:r>
              <a:rPr lang="pt-BR" sz="2800" dirty="0" err="1">
                <a:latin typeface="Sketch Rockwell" pitchFamily="2" charset="0"/>
              </a:rPr>
              <a:t>have</a:t>
            </a:r>
            <a:r>
              <a:rPr lang="pt-BR" sz="2800" dirty="0">
                <a:latin typeface="Sketch Rockwell" pitchFamily="2" charset="0"/>
              </a:rPr>
              <a:t> </a:t>
            </a:r>
            <a:r>
              <a:rPr lang="pt-BR" sz="2800" dirty="0" err="1">
                <a:latin typeface="Sketch Rockwell" pitchFamily="2" charset="0"/>
              </a:rPr>
              <a:t>Eventually</a:t>
            </a:r>
            <a:r>
              <a:rPr lang="pt-BR" sz="2800" dirty="0">
                <a:latin typeface="Sketch Rockwell" pitchFamily="2" charset="0"/>
              </a:rPr>
              <a:t> </a:t>
            </a:r>
            <a:r>
              <a:rPr lang="pt-BR" sz="2800" dirty="0" err="1">
                <a:latin typeface="Sketch Rockwell" pitchFamily="2" charset="0"/>
              </a:rPr>
              <a:t>Consistent</a:t>
            </a:r>
            <a:r>
              <a:rPr lang="pt-BR" sz="2800" dirty="0">
                <a:latin typeface="Sketch Rockwell" pitchFamily="2" charset="0"/>
              </a:rPr>
              <a:t> </a:t>
            </a:r>
            <a:r>
              <a:rPr lang="pt-BR" sz="2800" dirty="0" err="1">
                <a:latin typeface="Sketch Rockwell" pitchFamily="2" charset="0"/>
              </a:rPr>
              <a:t>transactions</a:t>
            </a:r>
            <a:endParaRPr lang="pt-BR" sz="2800" dirty="0">
              <a:latin typeface="Sketch Rockwel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6035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latin typeface="Sketch Rockwell" pitchFamily="2" charset="0"/>
              </a:rPr>
              <a:t>Teorema CAP</a:t>
            </a:r>
            <a:endParaRPr lang="pt-BR" dirty="0"/>
          </a:p>
        </p:txBody>
      </p:sp>
      <p:sp>
        <p:nvSpPr>
          <p:cNvPr id="2" name="CaixaDeTexto 1"/>
          <p:cNvSpPr txBox="1"/>
          <p:nvPr/>
        </p:nvSpPr>
        <p:spPr>
          <a:xfrm>
            <a:off x="395536" y="3140968"/>
            <a:ext cx="33843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 err="1">
                <a:latin typeface="Sketch Rockwell" pitchFamily="2" charset="0"/>
              </a:rPr>
              <a:t>Partition</a:t>
            </a:r>
            <a:endParaRPr lang="pt-BR" sz="4000" dirty="0">
              <a:latin typeface="Sketch Rockwell" pitchFamily="2" charset="0"/>
            </a:endParaRPr>
          </a:p>
        </p:txBody>
      </p:sp>
      <p:sp>
        <p:nvSpPr>
          <p:cNvPr id="3" name="Seta para a direita 2"/>
          <p:cNvSpPr/>
          <p:nvPr/>
        </p:nvSpPr>
        <p:spPr>
          <a:xfrm>
            <a:off x="3710053" y="2993903"/>
            <a:ext cx="1728192" cy="1002015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C000"/>
              </a:solidFill>
            </a:endParaRPr>
          </a:p>
        </p:txBody>
      </p:sp>
      <p:sp>
        <p:nvSpPr>
          <p:cNvPr id="4" name="Seta para cima e para baixo 3"/>
          <p:cNvSpPr/>
          <p:nvPr/>
        </p:nvSpPr>
        <p:spPr>
          <a:xfrm>
            <a:off x="6372200" y="2162762"/>
            <a:ext cx="936104" cy="2664296"/>
          </a:xfrm>
          <a:prstGeom prst="upDown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/>
          <p:cNvSpPr txBox="1"/>
          <p:nvPr/>
        </p:nvSpPr>
        <p:spPr>
          <a:xfrm>
            <a:off x="5148064" y="4827058"/>
            <a:ext cx="33843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>
                <a:latin typeface="Sketch Rockwell" pitchFamily="2" charset="0"/>
              </a:rPr>
              <a:t>Availability</a:t>
            </a:r>
            <a:endParaRPr lang="pt-BR" sz="4000" dirty="0">
              <a:latin typeface="Sketch Rockwell" pitchFamily="2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5004048" y="1468822"/>
            <a:ext cx="3672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 err="1">
                <a:latin typeface="Sketch Rockwell" pitchFamily="2" charset="0"/>
              </a:rPr>
              <a:t>Consistency</a:t>
            </a:r>
            <a:endParaRPr lang="pt-BR" sz="4000" dirty="0">
              <a:latin typeface="Sketch Rockwel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6185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foursquare_logo1_1669614c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7544" y="4077072"/>
            <a:ext cx="2664296" cy="1668081"/>
          </a:xfrm>
          <a:prstGeom prst="rect">
            <a:avLst/>
          </a:prstGeom>
        </p:spPr>
      </p:pic>
      <p:pic>
        <p:nvPicPr>
          <p:cNvPr id="13" name="Imagem 12" descr="netflix-log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84168" y="1484784"/>
            <a:ext cx="2688299" cy="1512168"/>
          </a:xfrm>
          <a:prstGeom prst="rect">
            <a:avLst/>
          </a:prstGeom>
        </p:spPr>
      </p:pic>
      <p:pic>
        <p:nvPicPr>
          <p:cNvPr id="14" name="Imagem 13" descr="Twitter-logo-1024x102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563888" y="2132856"/>
            <a:ext cx="1916832" cy="1916832"/>
          </a:xfrm>
          <a:prstGeom prst="rect">
            <a:avLst/>
          </a:prstGeom>
        </p:spPr>
      </p:pic>
      <p:pic>
        <p:nvPicPr>
          <p:cNvPr id="15" name="Imagem 14" descr="github-logo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516216" y="3789040"/>
            <a:ext cx="2006352" cy="2006352"/>
          </a:xfrm>
          <a:prstGeom prst="rect">
            <a:avLst/>
          </a:prstGeom>
        </p:spPr>
      </p:pic>
      <p:pic>
        <p:nvPicPr>
          <p:cNvPr id="16" name="Imagem 15" descr="disqus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11560" y="1340768"/>
            <a:ext cx="2057648" cy="2057648"/>
          </a:xfrm>
          <a:prstGeom prst="rect">
            <a:avLst/>
          </a:prstGeom>
        </p:spPr>
      </p:pic>
      <p:pic>
        <p:nvPicPr>
          <p:cNvPr id="17" name="Imagem 16" descr="Mercado Libre Logo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386538" y="4437112"/>
            <a:ext cx="2126542" cy="1584176"/>
          </a:xfrm>
          <a:prstGeom prst="rect">
            <a:avLst/>
          </a:prstGeom>
        </p:spPr>
      </p:pic>
      <p:sp>
        <p:nvSpPr>
          <p:cNvPr id="10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 err="1">
                <a:latin typeface="Sketch Rockwell" pitchFamily="2" charset="0"/>
              </a:rPr>
              <a:t>NoSQL</a:t>
            </a:r>
            <a:r>
              <a:rPr lang="pt-BR" sz="4000" dirty="0">
                <a:latin typeface="Sketch Rockwell" pitchFamily="2" charset="0"/>
              </a:rPr>
              <a:t> vale a pena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54452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>
                <a:latin typeface="Sketch Rockwell" pitchFamily="2" charset="0"/>
                <a:hlinkClick r:id="rId2"/>
              </a:rPr>
              <a:t>Bigtable</a:t>
            </a:r>
            <a:r>
              <a:rPr lang="pt-BR" dirty="0">
                <a:latin typeface="Sketch Rockwell" pitchFamily="2" charset="0"/>
                <a:hlinkClick r:id="rId2"/>
              </a:rPr>
              <a:t>: A </a:t>
            </a:r>
            <a:r>
              <a:rPr lang="pt-BR" dirty="0" err="1">
                <a:latin typeface="Sketch Rockwell" pitchFamily="2" charset="0"/>
                <a:hlinkClick r:id="rId2"/>
              </a:rPr>
              <a:t>distributed</a:t>
            </a:r>
            <a:r>
              <a:rPr lang="pt-BR" dirty="0">
                <a:latin typeface="Sketch Rockwell" pitchFamily="2" charset="0"/>
                <a:hlinkClick r:id="rId2"/>
              </a:rPr>
              <a:t> </a:t>
            </a:r>
            <a:r>
              <a:rPr lang="pt-BR" dirty="0" err="1">
                <a:latin typeface="Sketch Rockwell" pitchFamily="2" charset="0"/>
                <a:hlinkClick r:id="rId2"/>
              </a:rPr>
              <a:t>storage</a:t>
            </a:r>
            <a:r>
              <a:rPr lang="pt-BR" dirty="0">
                <a:latin typeface="Sketch Rockwell" pitchFamily="2" charset="0"/>
                <a:hlinkClick r:id="rId2"/>
              </a:rPr>
              <a:t> system for </a:t>
            </a:r>
            <a:r>
              <a:rPr lang="pt-BR" dirty="0" err="1">
                <a:latin typeface="Sketch Rockwell" pitchFamily="2" charset="0"/>
                <a:hlinkClick r:id="rId2"/>
              </a:rPr>
              <a:t>structured</a:t>
            </a:r>
            <a:r>
              <a:rPr lang="pt-BR" dirty="0">
                <a:latin typeface="Sketch Rockwell" pitchFamily="2" charset="0"/>
                <a:hlinkClick r:id="rId2"/>
              </a:rPr>
              <a:t> data, 2006</a:t>
            </a:r>
            <a:endParaRPr lang="pt-BR" dirty="0">
              <a:latin typeface="Sketch Rockwell" pitchFamily="2" charset="0"/>
            </a:endParaRPr>
          </a:p>
          <a:p>
            <a:r>
              <a:rPr lang="pt-BR" dirty="0" err="1">
                <a:latin typeface="Sketch Rockwell" pitchFamily="2" charset="0"/>
                <a:hlinkClick r:id="rId3"/>
              </a:rPr>
              <a:t>Dynamo</a:t>
            </a:r>
            <a:r>
              <a:rPr lang="pt-BR" dirty="0">
                <a:latin typeface="Sketch Rockwell" pitchFamily="2" charset="0"/>
                <a:hlinkClick r:id="rId3"/>
              </a:rPr>
              <a:t>: </a:t>
            </a:r>
            <a:r>
              <a:rPr lang="pt-BR" dirty="0" err="1">
                <a:latin typeface="Sketch Rockwell" pitchFamily="2" charset="0"/>
                <a:hlinkClick r:id="rId3"/>
              </a:rPr>
              <a:t>Amazon’s</a:t>
            </a:r>
            <a:r>
              <a:rPr lang="pt-BR" dirty="0">
                <a:latin typeface="Sketch Rockwell" pitchFamily="2" charset="0"/>
                <a:hlinkClick r:id="rId3"/>
              </a:rPr>
              <a:t> </a:t>
            </a:r>
            <a:r>
              <a:rPr lang="pt-BR" dirty="0" err="1">
                <a:latin typeface="Sketch Rockwell" pitchFamily="2" charset="0"/>
                <a:hlinkClick r:id="rId3"/>
              </a:rPr>
              <a:t>highly</a:t>
            </a:r>
            <a:r>
              <a:rPr lang="pt-BR" dirty="0">
                <a:latin typeface="Sketch Rockwell" pitchFamily="2" charset="0"/>
                <a:hlinkClick r:id="rId3"/>
              </a:rPr>
              <a:t> </a:t>
            </a:r>
            <a:r>
              <a:rPr lang="pt-BR" dirty="0" err="1">
                <a:latin typeface="Sketch Rockwell" pitchFamily="2" charset="0"/>
                <a:hlinkClick r:id="rId3"/>
              </a:rPr>
              <a:t>available</a:t>
            </a:r>
            <a:r>
              <a:rPr lang="pt-BR" dirty="0">
                <a:latin typeface="Sketch Rockwell" pitchFamily="2" charset="0"/>
                <a:hlinkClick r:id="rId3"/>
              </a:rPr>
              <a:t> </a:t>
            </a:r>
            <a:r>
              <a:rPr lang="pt-BR" dirty="0" err="1">
                <a:latin typeface="Sketch Rockwell" pitchFamily="2" charset="0"/>
                <a:hlinkClick r:id="rId3"/>
              </a:rPr>
              <a:t>key-value</a:t>
            </a:r>
            <a:r>
              <a:rPr lang="pt-BR" dirty="0">
                <a:latin typeface="Sketch Rockwell" pitchFamily="2" charset="0"/>
                <a:hlinkClick r:id="rId3"/>
              </a:rPr>
              <a:t> </a:t>
            </a:r>
            <a:r>
              <a:rPr lang="pt-BR" dirty="0" err="1">
                <a:latin typeface="Sketch Rockwell" pitchFamily="2" charset="0"/>
                <a:hlinkClick r:id="rId3"/>
              </a:rPr>
              <a:t>store</a:t>
            </a:r>
            <a:r>
              <a:rPr lang="pt-BR" dirty="0">
                <a:latin typeface="Sketch Rockwell" pitchFamily="2" charset="0"/>
                <a:hlinkClick r:id="rId3"/>
              </a:rPr>
              <a:t>, 2007</a:t>
            </a:r>
            <a:endParaRPr lang="pt-BR" dirty="0">
              <a:latin typeface="Sketch Rockwell" pitchFamily="2" charset="0"/>
            </a:endParaRPr>
          </a:p>
          <a:p>
            <a:endParaRPr lang="pt-BR" dirty="0"/>
          </a:p>
        </p:txBody>
      </p:sp>
      <p:sp>
        <p:nvSpPr>
          <p:cNvPr id="5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latin typeface="Sketch Rockwell" pitchFamily="2" charset="0"/>
              </a:rPr>
              <a:t>Dois artigos famosos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969333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5" descr="8204111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97953" y="1357458"/>
            <a:ext cx="4536504" cy="5308423"/>
          </a:xfrm>
          <a:prstGeom prst="rect">
            <a:avLst/>
          </a:prstGeom>
        </p:spPr>
      </p:pic>
      <p:sp>
        <p:nvSpPr>
          <p:cNvPr id="5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latin typeface="Sketch Rockwell" pitchFamily="2" charset="0"/>
              </a:rPr>
              <a:t>Apache </a:t>
            </a:r>
            <a:r>
              <a:rPr lang="pt-BR" sz="4000" dirty="0" err="1">
                <a:latin typeface="Sketch Rockwell" pitchFamily="2" charset="0"/>
              </a:rPr>
              <a:t>Hadoop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05090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cassandra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04397" y="1534053"/>
            <a:ext cx="1368152" cy="896140"/>
          </a:xfrm>
          <a:prstGeom prst="rect">
            <a:avLst/>
          </a:prstGeom>
        </p:spPr>
      </p:pic>
      <p:pic>
        <p:nvPicPr>
          <p:cNvPr id="5" name="Imagem 4" descr="logo-mongodb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28933" y="1504169"/>
            <a:ext cx="2376264" cy="792088"/>
          </a:xfrm>
          <a:prstGeom prst="rect">
            <a:avLst/>
          </a:prstGeom>
        </p:spPr>
      </p:pic>
      <p:pic>
        <p:nvPicPr>
          <p:cNvPr id="6" name="Imagem 5" descr="couchdb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208653" y="1720193"/>
            <a:ext cx="1350888" cy="1132533"/>
          </a:xfrm>
          <a:prstGeom prst="rect">
            <a:avLst/>
          </a:prstGeom>
        </p:spPr>
      </p:pic>
      <p:pic>
        <p:nvPicPr>
          <p:cNvPr id="7" name="Imagem 6" descr="redis_logo_06_11_11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152869" y="2728305"/>
            <a:ext cx="2016224" cy="672074"/>
          </a:xfrm>
          <a:prstGeom prst="rect">
            <a:avLst/>
          </a:prstGeom>
        </p:spPr>
      </p:pic>
      <p:pic>
        <p:nvPicPr>
          <p:cNvPr id="8" name="Imagem 7" descr="hbase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336445" y="3664409"/>
            <a:ext cx="1512168" cy="1028274"/>
          </a:xfrm>
          <a:prstGeom prst="rect">
            <a:avLst/>
          </a:prstGeom>
        </p:spPr>
      </p:pic>
      <p:pic>
        <p:nvPicPr>
          <p:cNvPr id="9" name="Imagem 8" descr="neo4j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496685" y="3664409"/>
            <a:ext cx="2736304" cy="670395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16365" y="5536617"/>
            <a:ext cx="2200275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Imagem 10" descr="images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088973" y="5392601"/>
            <a:ext cx="1726937" cy="800671"/>
          </a:xfrm>
          <a:prstGeom prst="rect">
            <a:avLst/>
          </a:prstGeom>
        </p:spPr>
      </p:pic>
      <p:pic>
        <p:nvPicPr>
          <p:cNvPr id="12" name="Imagem 11" descr="voldemort_logo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3712709" y="4960553"/>
            <a:ext cx="1296144" cy="1195333"/>
          </a:xfrm>
          <a:prstGeom prst="rect">
            <a:avLst/>
          </a:prstGeom>
        </p:spPr>
      </p:pic>
      <p:pic>
        <p:nvPicPr>
          <p:cNvPr id="13" name="Imagem 12" descr="luciddb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6593029" y="4168465"/>
            <a:ext cx="1296144" cy="904060"/>
          </a:xfrm>
          <a:prstGeom prst="rect">
            <a:avLst/>
          </a:prstGeom>
        </p:spPr>
      </p:pic>
      <p:sp>
        <p:nvSpPr>
          <p:cNvPr id="14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 err="1">
                <a:latin typeface="Sketch Rockwell" pitchFamily="2" charset="0"/>
              </a:rPr>
              <a:t>Not</a:t>
            </a:r>
            <a:r>
              <a:rPr lang="pt-BR" sz="4000" dirty="0">
                <a:latin typeface="Sketch Rockwell" pitchFamily="2" charset="0"/>
              </a:rPr>
              <a:t> </a:t>
            </a:r>
            <a:r>
              <a:rPr lang="pt-BR" sz="4000" dirty="0" err="1">
                <a:latin typeface="Sketch Rockwell" pitchFamily="2" charset="0"/>
              </a:rPr>
              <a:t>Only</a:t>
            </a:r>
            <a:r>
              <a:rPr lang="pt-BR" sz="4000" dirty="0">
                <a:latin typeface="Sketch Rockwell" pitchFamily="2" charset="0"/>
              </a:rPr>
              <a:t> SQL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23108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empilhadeira-fgl2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7954" y="3933056"/>
            <a:ext cx="2627784" cy="1751856"/>
          </a:xfrm>
          <a:prstGeom prst="rect">
            <a:avLst/>
          </a:prstGeom>
        </p:spPr>
      </p:pic>
      <p:pic>
        <p:nvPicPr>
          <p:cNvPr id="5" name="Imagem 4" descr="ferrari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57954" y="1700808"/>
            <a:ext cx="3031140" cy="1728192"/>
          </a:xfrm>
          <a:prstGeom prst="rect">
            <a:avLst/>
          </a:prstGeom>
        </p:spPr>
      </p:pic>
      <p:pic>
        <p:nvPicPr>
          <p:cNvPr id="6" name="Imagem 5" descr="escavadeira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90402" y="3861048"/>
            <a:ext cx="3084748" cy="2053208"/>
          </a:xfrm>
          <a:prstGeom prst="rect">
            <a:avLst/>
          </a:prstGeom>
        </p:spPr>
      </p:pic>
      <p:pic>
        <p:nvPicPr>
          <p:cNvPr id="7" name="Imagem 6" descr="amphibious-tires-6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018394" y="1556792"/>
            <a:ext cx="2808312" cy="1899741"/>
          </a:xfrm>
          <a:prstGeom prst="rect">
            <a:avLst/>
          </a:prstGeom>
        </p:spPr>
      </p:pic>
      <p:sp>
        <p:nvSpPr>
          <p:cNvPr id="8" name="Título 2"/>
          <p:cNvSpPr txBox="1">
            <a:spLocks/>
          </p:cNvSpPr>
          <p:nvPr/>
        </p:nvSpPr>
        <p:spPr>
          <a:xfrm>
            <a:off x="4298" y="0"/>
            <a:ext cx="9139702" cy="1340768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 err="1">
                <a:latin typeface="Sketch Rockwell" pitchFamily="2" charset="0"/>
              </a:rPr>
              <a:t>Specialized</a:t>
            </a:r>
            <a:r>
              <a:rPr lang="pt-BR" sz="4000" dirty="0">
                <a:latin typeface="Sketch Rockwell" pitchFamily="2" charset="0"/>
              </a:rPr>
              <a:t> </a:t>
            </a:r>
            <a:r>
              <a:rPr lang="pt-BR" sz="4000" dirty="0" err="1">
                <a:latin typeface="Sketch Rockwell" pitchFamily="2" charset="0"/>
              </a:rPr>
              <a:t>Databases</a:t>
            </a:r>
            <a:endParaRPr lang="pt-BR" sz="4000" dirty="0">
              <a:latin typeface="Sketch Rockwell" pitchFamily="2" charset="0"/>
            </a:endParaRPr>
          </a:p>
          <a:p>
            <a:r>
              <a:rPr lang="pt-BR" sz="4000" dirty="0">
                <a:latin typeface="Sketch Rockwell" pitchFamily="2" charset="0"/>
              </a:rPr>
              <a:t>No “</a:t>
            </a:r>
            <a:r>
              <a:rPr lang="pt-BR" sz="4000" dirty="0" err="1">
                <a:latin typeface="Sketch Rockwell" pitchFamily="2" charset="0"/>
              </a:rPr>
              <a:t>one</a:t>
            </a:r>
            <a:r>
              <a:rPr lang="pt-BR" sz="4000" dirty="0">
                <a:latin typeface="Sketch Rockwell" pitchFamily="2" charset="0"/>
              </a:rPr>
              <a:t> </a:t>
            </a:r>
            <a:r>
              <a:rPr lang="pt-BR" sz="4000" dirty="0" err="1">
                <a:latin typeface="Sketch Rockwell" pitchFamily="2" charset="0"/>
              </a:rPr>
              <a:t>size</a:t>
            </a:r>
            <a:r>
              <a:rPr lang="pt-BR" sz="4000" dirty="0">
                <a:latin typeface="Sketch Rockwell" pitchFamily="2" charset="0"/>
              </a:rPr>
              <a:t> </a:t>
            </a:r>
            <a:r>
              <a:rPr lang="pt-BR" sz="4000" dirty="0" err="1">
                <a:latin typeface="Sketch Rockwell" pitchFamily="2" charset="0"/>
              </a:rPr>
              <a:t>fits</a:t>
            </a:r>
            <a:r>
              <a:rPr lang="pt-BR" sz="4000" dirty="0">
                <a:latin typeface="Sketch Rockwell" pitchFamily="2" charset="0"/>
              </a:rPr>
              <a:t> for </a:t>
            </a:r>
            <a:r>
              <a:rPr lang="pt-BR" sz="4000" dirty="0" err="1">
                <a:latin typeface="Sketch Rockwell" pitchFamily="2" charset="0"/>
              </a:rPr>
              <a:t>all</a:t>
            </a:r>
            <a:r>
              <a:rPr lang="pt-BR" sz="4000" dirty="0">
                <a:latin typeface="Sketch Rockwell" pitchFamily="2" charset="0"/>
              </a:rPr>
              <a:t>” DB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15741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412776"/>
            <a:ext cx="7519988" cy="4800600"/>
          </a:xfrm>
        </p:spPr>
        <p:txBody>
          <a:bodyPr>
            <a:normAutofit/>
          </a:bodyPr>
          <a:lstStyle/>
          <a:p>
            <a:r>
              <a:rPr lang="pt-BR" dirty="0">
                <a:latin typeface="Sketch Rockwell" pitchFamily="2" charset="0"/>
              </a:rPr>
              <a:t>Open </a:t>
            </a:r>
            <a:r>
              <a:rPr lang="pt-BR" dirty="0" err="1">
                <a:latin typeface="Sketch Rockwell" pitchFamily="2" charset="0"/>
              </a:rPr>
              <a:t>Source</a:t>
            </a:r>
            <a:endParaRPr lang="pt-BR" dirty="0">
              <a:latin typeface="Sketch Rockwell" pitchFamily="2" charset="0"/>
            </a:endParaRPr>
          </a:p>
          <a:p>
            <a:r>
              <a:rPr lang="pt-BR" dirty="0" err="1">
                <a:latin typeface="Sketch Rockwell" pitchFamily="2" charset="0"/>
              </a:rPr>
              <a:t>Document</a:t>
            </a:r>
            <a:r>
              <a:rPr lang="pt-BR" dirty="0">
                <a:latin typeface="Sketch Rockwell" pitchFamily="2" charset="0"/>
              </a:rPr>
              <a:t> (JSON)</a:t>
            </a:r>
          </a:p>
          <a:p>
            <a:r>
              <a:rPr lang="pt-BR" dirty="0" err="1">
                <a:latin typeface="Sketch Rockwell" pitchFamily="2" charset="0"/>
              </a:rPr>
              <a:t>Distributed</a:t>
            </a:r>
            <a:endParaRPr lang="pt-BR" dirty="0">
              <a:latin typeface="Sketch Rockwell" pitchFamily="2" charset="0"/>
            </a:endParaRPr>
          </a:p>
          <a:p>
            <a:r>
              <a:rPr lang="pt-BR" dirty="0" err="1">
                <a:latin typeface="Sketch Rockwell" pitchFamily="2" charset="0"/>
              </a:rPr>
              <a:t>Rich</a:t>
            </a:r>
            <a:r>
              <a:rPr lang="pt-BR" dirty="0">
                <a:latin typeface="Sketch Rockwell" pitchFamily="2" charset="0"/>
              </a:rPr>
              <a:t> Query </a:t>
            </a:r>
            <a:r>
              <a:rPr lang="pt-BR" dirty="0" err="1">
                <a:latin typeface="Sketch Rockwell" pitchFamily="2" charset="0"/>
              </a:rPr>
              <a:t>Language</a:t>
            </a:r>
            <a:endParaRPr lang="pt-BR" dirty="0">
              <a:latin typeface="Sketch Rockwell" pitchFamily="2" charset="0"/>
            </a:endParaRPr>
          </a:p>
          <a:p>
            <a:r>
              <a:rPr lang="pt-BR" dirty="0" err="1">
                <a:latin typeface="Sketch Rockwell" pitchFamily="2" charset="0"/>
              </a:rPr>
              <a:t>Great</a:t>
            </a:r>
            <a:r>
              <a:rPr lang="pt-BR" dirty="0">
                <a:latin typeface="Sketch Rockwell" pitchFamily="2" charset="0"/>
              </a:rPr>
              <a:t> </a:t>
            </a:r>
            <a:r>
              <a:rPr lang="pt-BR" dirty="0" err="1">
                <a:latin typeface="Sketch Rockwell" pitchFamily="2" charset="0"/>
              </a:rPr>
              <a:t>Community</a:t>
            </a:r>
            <a:endParaRPr lang="pt-BR" dirty="0">
              <a:latin typeface="Sketch Rockwell" pitchFamily="2" charset="0"/>
            </a:endParaRPr>
          </a:p>
          <a:p>
            <a:r>
              <a:rPr lang="en-US" dirty="0">
                <a:latin typeface="Sketch Rockwell" pitchFamily="2" charset="0"/>
              </a:rPr>
              <a:t>Full Text Search</a:t>
            </a:r>
          </a:p>
          <a:p>
            <a:pPr marL="0" indent="0">
              <a:buNone/>
            </a:pPr>
            <a:endParaRPr lang="pt-BR" dirty="0">
              <a:latin typeface="Sketch Rockwell" pitchFamily="2" charset="0"/>
            </a:endParaRPr>
          </a:p>
          <a:p>
            <a:endParaRPr lang="pt-BR" dirty="0">
              <a:latin typeface="Sketch Rockwell" pitchFamily="2" charset="0"/>
            </a:endParaRPr>
          </a:p>
          <a:p>
            <a:endParaRPr lang="pt-BR" sz="3600" dirty="0"/>
          </a:p>
          <a:p>
            <a:endParaRPr lang="pt-BR" sz="3600" dirty="0"/>
          </a:p>
          <a:p>
            <a:endParaRPr lang="pt-BR" sz="3600" dirty="0"/>
          </a:p>
          <a:p>
            <a:endParaRPr lang="pt-BR" sz="3600" dirty="0"/>
          </a:p>
          <a:p>
            <a:endParaRPr lang="pt-BR" sz="3600" dirty="0"/>
          </a:p>
        </p:txBody>
      </p:sp>
      <p:sp>
        <p:nvSpPr>
          <p:cNvPr id="5" name="Título 2"/>
          <p:cNvSpPr>
            <a:spLocks noGrp="1"/>
          </p:cNvSpPr>
          <p:nvPr>
            <p:ph type="title"/>
          </p:nvPr>
        </p:nvSpPr>
        <p:spPr>
          <a:xfrm>
            <a:off x="4298" y="-12621"/>
            <a:ext cx="9139702" cy="1143000"/>
          </a:xfrm>
          <a:solidFill>
            <a:srgbClr val="FFC000"/>
          </a:solidFill>
        </p:spPr>
        <p:txBody>
          <a:bodyPr/>
          <a:lstStyle/>
          <a:p>
            <a:r>
              <a:rPr lang="pt-BR" dirty="0" err="1">
                <a:latin typeface="Sketch Rockwell" pitchFamily="2" charset="0"/>
              </a:rPr>
              <a:t>MongoDB</a:t>
            </a:r>
            <a:endParaRPr lang="pt-BR" dirty="0"/>
          </a:p>
        </p:txBody>
      </p:sp>
      <p:pic>
        <p:nvPicPr>
          <p:cNvPr id="4" name="Imagem 3" descr="logo-mongodb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45515" y="5001107"/>
            <a:ext cx="5616624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1268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412776"/>
            <a:ext cx="7519988" cy="4800600"/>
          </a:xfrm>
        </p:spPr>
        <p:txBody>
          <a:bodyPr>
            <a:normAutofit/>
          </a:bodyPr>
          <a:lstStyle/>
          <a:p>
            <a:r>
              <a:rPr lang="en-US" dirty="0">
                <a:latin typeface="Sketch Rockwell" pitchFamily="2" charset="0"/>
              </a:rPr>
              <a:t>Schema Design</a:t>
            </a:r>
          </a:p>
          <a:p>
            <a:r>
              <a:rPr lang="pt-BR" dirty="0" err="1">
                <a:latin typeface="Sketch Rockwell" pitchFamily="2" charset="0"/>
              </a:rPr>
              <a:t>Full</a:t>
            </a:r>
            <a:r>
              <a:rPr lang="pt-BR" dirty="0">
                <a:latin typeface="Sketch Rockwell" pitchFamily="2" charset="0"/>
              </a:rPr>
              <a:t> </a:t>
            </a:r>
            <a:r>
              <a:rPr lang="pt-BR" dirty="0" err="1">
                <a:latin typeface="Sketch Rockwell" pitchFamily="2" charset="0"/>
              </a:rPr>
              <a:t>Featured</a:t>
            </a:r>
            <a:r>
              <a:rPr lang="pt-BR" dirty="0">
                <a:latin typeface="Sketch Rockwell" pitchFamily="2" charset="0"/>
              </a:rPr>
              <a:t> Indexes</a:t>
            </a:r>
          </a:p>
          <a:p>
            <a:r>
              <a:rPr lang="en-US" dirty="0">
                <a:latin typeface="Sketch Rockwell" pitchFamily="2" charset="0"/>
              </a:rPr>
              <a:t>Aggregation Framework</a:t>
            </a:r>
          </a:p>
          <a:p>
            <a:r>
              <a:rPr lang="en-US" dirty="0">
                <a:latin typeface="Sketch Rockwell" pitchFamily="2" charset="0"/>
              </a:rPr>
              <a:t>Replication and </a:t>
            </a:r>
            <a:r>
              <a:rPr lang="en-US" dirty="0" err="1">
                <a:latin typeface="Sketch Rockwell" pitchFamily="2" charset="0"/>
              </a:rPr>
              <a:t>Sharding</a:t>
            </a:r>
            <a:endParaRPr lang="en-US" dirty="0">
              <a:latin typeface="Sketch Rockwell" pitchFamily="2" charset="0"/>
            </a:endParaRPr>
          </a:p>
          <a:p>
            <a:pPr marL="0" indent="0">
              <a:buNone/>
            </a:pPr>
            <a:endParaRPr lang="pt-BR" dirty="0">
              <a:latin typeface="Sketch Rockwell" pitchFamily="2" charset="0"/>
            </a:endParaRPr>
          </a:p>
          <a:p>
            <a:endParaRPr lang="pt-BR" dirty="0">
              <a:latin typeface="Sketch Rockwell" pitchFamily="2" charset="0"/>
            </a:endParaRPr>
          </a:p>
          <a:p>
            <a:endParaRPr lang="pt-BR" sz="3600" dirty="0"/>
          </a:p>
          <a:p>
            <a:endParaRPr lang="pt-BR" sz="3600" dirty="0"/>
          </a:p>
          <a:p>
            <a:endParaRPr lang="pt-BR" sz="3600" dirty="0"/>
          </a:p>
          <a:p>
            <a:endParaRPr lang="pt-BR" sz="3600" dirty="0"/>
          </a:p>
          <a:p>
            <a:endParaRPr lang="pt-BR" sz="3600" dirty="0"/>
          </a:p>
        </p:txBody>
      </p:sp>
      <p:sp>
        <p:nvSpPr>
          <p:cNvPr id="5" name="Título 2"/>
          <p:cNvSpPr>
            <a:spLocks noGrp="1"/>
          </p:cNvSpPr>
          <p:nvPr>
            <p:ph type="title"/>
          </p:nvPr>
        </p:nvSpPr>
        <p:spPr>
          <a:xfrm>
            <a:off x="4298" y="-12621"/>
            <a:ext cx="9139702" cy="1143000"/>
          </a:xfrm>
          <a:solidFill>
            <a:srgbClr val="FFC000"/>
          </a:solidFill>
        </p:spPr>
        <p:txBody>
          <a:bodyPr/>
          <a:lstStyle/>
          <a:p>
            <a:r>
              <a:rPr lang="pt-BR" dirty="0" err="1">
                <a:latin typeface="Sketch Rockwell" pitchFamily="2" charset="0"/>
              </a:rPr>
              <a:t>MongoDB</a:t>
            </a:r>
            <a:endParaRPr lang="pt-BR" dirty="0"/>
          </a:p>
        </p:txBody>
      </p:sp>
      <p:pic>
        <p:nvPicPr>
          <p:cNvPr id="4" name="Imagem 3" descr="logo-mongodb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45515" y="5001107"/>
            <a:ext cx="5616624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6769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412776"/>
            <a:ext cx="7519988" cy="48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dirty="0">
              <a:latin typeface="Sketch Rockwell" pitchFamily="2" charset="0"/>
            </a:endParaRPr>
          </a:p>
          <a:p>
            <a:endParaRPr lang="pt-BR" sz="3600" dirty="0"/>
          </a:p>
          <a:p>
            <a:endParaRPr lang="pt-BR" sz="3600" dirty="0"/>
          </a:p>
          <a:p>
            <a:endParaRPr lang="pt-BR" sz="3600" dirty="0"/>
          </a:p>
          <a:p>
            <a:endParaRPr lang="pt-BR" sz="3600" dirty="0"/>
          </a:p>
          <a:p>
            <a:endParaRPr lang="pt-BR" sz="3600" dirty="0"/>
          </a:p>
        </p:txBody>
      </p:sp>
      <p:sp>
        <p:nvSpPr>
          <p:cNvPr id="5" name="Título 2"/>
          <p:cNvSpPr>
            <a:spLocks noGrp="1"/>
          </p:cNvSpPr>
          <p:nvPr>
            <p:ph type="title"/>
          </p:nvPr>
        </p:nvSpPr>
        <p:spPr>
          <a:xfrm>
            <a:off x="4298" y="-12621"/>
            <a:ext cx="9139702" cy="1143000"/>
          </a:xfrm>
          <a:solidFill>
            <a:srgbClr val="FFC000"/>
          </a:solidFill>
        </p:spPr>
        <p:txBody>
          <a:bodyPr/>
          <a:lstStyle/>
          <a:p>
            <a:r>
              <a:rPr lang="pt-BR" dirty="0" err="1">
                <a:latin typeface="Sketch Rockwell" pitchFamily="2" charset="0"/>
              </a:rPr>
              <a:t>Terminology</a:t>
            </a:r>
            <a:endParaRPr lang="pt-BR" dirty="0"/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230726"/>
              </p:ext>
            </p:extLst>
          </p:nvPr>
        </p:nvGraphicFramePr>
        <p:xfrm>
          <a:off x="611560" y="1397000"/>
          <a:ext cx="784887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4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4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3600" dirty="0">
                          <a:latin typeface="Sketch Rockwell" pitchFamily="2" charset="0"/>
                        </a:rPr>
                        <a:t>RDBMS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600" dirty="0" err="1">
                          <a:latin typeface="Sketch Rockwell" pitchFamily="2" charset="0"/>
                        </a:rPr>
                        <a:t>MongoDB</a:t>
                      </a:r>
                      <a:endParaRPr lang="pt-BR" sz="3600" dirty="0">
                        <a:latin typeface="Sketch Rockwell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3600" dirty="0" err="1">
                          <a:latin typeface="Sketch Rockwell" pitchFamily="2" charset="0"/>
                        </a:rPr>
                        <a:t>Database</a:t>
                      </a:r>
                      <a:endParaRPr lang="pt-BR" sz="3600" dirty="0">
                        <a:latin typeface="Sketch Rockwell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600" dirty="0" err="1">
                          <a:latin typeface="Sketch Rockwell" pitchFamily="2" charset="0"/>
                        </a:rPr>
                        <a:t>Database</a:t>
                      </a:r>
                      <a:endParaRPr lang="pt-BR" sz="3600" dirty="0">
                        <a:latin typeface="Sketch Rockwell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3600" dirty="0" err="1">
                          <a:latin typeface="Sketch Rockwell" pitchFamily="2" charset="0"/>
                        </a:rPr>
                        <a:t>Table</a:t>
                      </a:r>
                      <a:endParaRPr lang="pt-BR" sz="3600" dirty="0">
                        <a:latin typeface="Sketch Rockwell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600" dirty="0" err="1">
                          <a:latin typeface="Sketch Rockwell" pitchFamily="2" charset="0"/>
                        </a:rPr>
                        <a:t>Collection</a:t>
                      </a:r>
                      <a:endParaRPr lang="pt-BR" sz="3600" dirty="0">
                        <a:latin typeface="Sketch Rockwell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3600" dirty="0" err="1">
                          <a:latin typeface="Sketch Rockwell" pitchFamily="2" charset="0"/>
                        </a:rPr>
                        <a:t>Row</a:t>
                      </a:r>
                      <a:endParaRPr lang="pt-BR" sz="3600" dirty="0">
                        <a:latin typeface="Sketch Rockwell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600" dirty="0" err="1">
                          <a:latin typeface="Sketch Rockwell" pitchFamily="2" charset="0"/>
                        </a:rPr>
                        <a:t>Document</a:t>
                      </a:r>
                      <a:endParaRPr lang="pt-BR" sz="3600" dirty="0">
                        <a:latin typeface="Sketch Rockwell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3600" dirty="0">
                          <a:latin typeface="Sketch Rockwell" pitchFamily="2" charset="0"/>
                        </a:rPr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600" dirty="0">
                          <a:latin typeface="Sketch Rockwell" pitchFamily="2" charset="0"/>
                        </a:rPr>
                        <a:t>Index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3600" dirty="0" err="1">
                          <a:latin typeface="Sketch Rockwell" pitchFamily="2" charset="0"/>
                        </a:rPr>
                        <a:t>Join</a:t>
                      </a:r>
                      <a:endParaRPr lang="pt-BR" sz="3600" dirty="0">
                        <a:latin typeface="Sketch Rockwell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600" dirty="0" err="1">
                          <a:latin typeface="Sketch Rockwell" pitchFamily="2" charset="0"/>
                        </a:rPr>
                        <a:t>Embedded</a:t>
                      </a:r>
                      <a:r>
                        <a:rPr lang="pt-BR" sz="3600" dirty="0">
                          <a:latin typeface="Sketch Rockwell" pitchFamily="2" charset="0"/>
                        </a:rPr>
                        <a:t> </a:t>
                      </a:r>
                      <a:r>
                        <a:rPr lang="pt-BR" sz="3600" dirty="0" err="1">
                          <a:latin typeface="Sketch Rockwell" pitchFamily="2" charset="0"/>
                        </a:rPr>
                        <a:t>Doc</a:t>
                      </a:r>
                      <a:endParaRPr lang="pt-BR" sz="3600" dirty="0">
                        <a:latin typeface="Sketch Rockwell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3600" dirty="0" err="1">
                          <a:latin typeface="Sketch Rockwell" pitchFamily="2" charset="0"/>
                        </a:rPr>
                        <a:t>Foreign</a:t>
                      </a:r>
                      <a:r>
                        <a:rPr lang="pt-BR" sz="3600" dirty="0">
                          <a:latin typeface="Sketch Rockwell" pitchFamily="2" charset="0"/>
                        </a:rPr>
                        <a:t>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600" dirty="0" err="1">
                          <a:latin typeface="Sketch Rockwell" pitchFamily="2" charset="0"/>
                        </a:rPr>
                        <a:t>Reference</a:t>
                      </a:r>
                      <a:endParaRPr lang="pt-BR" sz="3600" dirty="0">
                        <a:latin typeface="Sketch Rockwell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CaixaDeTexto 2"/>
          <p:cNvSpPr txBox="1"/>
          <p:nvPr/>
        </p:nvSpPr>
        <p:spPr>
          <a:xfrm>
            <a:off x="6516216" y="6093296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 err="1"/>
              <a:t>By</a:t>
            </a:r>
            <a:r>
              <a:rPr lang="pt-BR" dirty="0"/>
              <a:t> 10gen</a:t>
            </a:r>
          </a:p>
        </p:txBody>
      </p:sp>
    </p:spTree>
    <p:extLst>
      <p:ext uri="{BB962C8B-B14F-4D97-AF65-F5344CB8AC3E}">
        <p14:creationId xmlns:p14="http://schemas.microsoft.com/office/powerpoint/2010/main" val="14682374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2"/>
          <p:cNvSpPr>
            <a:spLocks noGrp="1"/>
          </p:cNvSpPr>
          <p:nvPr>
            <p:ph type="title"/>
          </p:nvPr>
        </p:nvSpPr>
        <p:spPr>
          <a:xfrm>
            <a:off x="4298" y="-12621"/>
            <a:ext cx="9139702" cy="1143000"/>
          </a:xfrm>
          <a:solidFill>
            <a:srgbClr val="FFC000"/>
          </a:solidFill>
        </p:spPr>
        <p:txBody>
          <a:bodyPr/>
          <a:lstStyle/>
          <a:p>
            <a:r>
              <a:rPr lang="pt-BR" dirty="0" err="1">
                <a:latin typeface="Sketch Rockwell" pitchFamily="2" charset="0"/>
              </a:rPr>
              <a:t>Dynamic</a:t>
            </a:r>
            <a:r>
              <a:rPr lang="pt-BR" dirty="0">
                <a:latin typeface="Sketch Rockwell" pitchFamily="2" charset="0"/>
              </a:rPr>
              <a:t> </a:t>
            </a:r>
            <a:r>
              <a:rPr lang="pt-BR" dirty="0" err="1">
                <a:latin typeface="Sketch Rockwell" pitchFamily="2" charset="0"/>
              </a:rPr>
              <a:t>and</a:t>
            </a:r>
            <a:r>
              <a:rPr lang="pt-BR" dirty="0">
                <a:latin typeface="Sketch Rockwell" pitchFamily="2" charset="0"/>
              </a:rPr>
              <a:t> </a:t>
            </a:r>
            <a:r>
              <a:rPr lang="pt-BR" dirty="0" err="1">
                <a:latin typeface="Sketch Rockwell" pitchFamily="2" charset="0"/>
              </a:rPr>
              <a:t>Flexible</a:t>
            </a:r>
            <a:endParaRPr lang="pt-BR" dirty="0"/>
          </a:p>
        </p:txBody>
      </p:sp>
      <p:pic>
        <p:nvPicPr>
          <p:cNvPr id="4" name="Imagem 3" descr="logo-mongodb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83768" y="1999172"/>
            <a:ext cx="3888432" cy="1296144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951702" y="4591460"/>
            <a:ext cx="2952328" cy="115120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Mais 5"/>
          <p:cNvSpPr/>
          <p:nvPr/>
        </p:nvSpPr>
        <p:spPr>
          <a:xfrm>
            <a:off x="3924997" y="3377656"/>
            <a:ext cx="1005738" cy="92577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19041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2"/>
          <p:cNvSpPr>
            <a:spLocks noGrp="1"/>
          </p:cNvSpPr>
          <p:nvPr>
            <p:ph type="title"/>
          </p:nvPr>
        </p:nvSpPr>
        <p:spPr>
          <a:xfrm>
            <a:off x="4298" y="-12621"/>
            <a:ext cx="9139702" cy="1143000"/>
          </a:xfrm>
          <a:solidFill>
            <a:srgbClr val="FFC000"/>
          </a:solidFill>
        </p:spPr>
        <p:txBody>
          <a:bodyPr/>
          <a:lstStyle/>
          <a:p>
            <a:r>
              <a:rPr lang="pt-BR" dirty="0" err="1">
                <a:latin typeface="Sketch Rockwell" pitchFamily="2" charset="0"/>
              </a:rPr>
              <a:t>MongoDB</a:t>
            </a:r>
            <a:endParaRPr lang="pt-BR" dirty="0"/>
          </a:p>
        </p:txBody>
      </p:sp>
      <p:cxnSp>
        <p:nvCxnSpPr>
          <p:cNvPr id="8" name="Conector de seta reta 7"/>
          <p:cNvCxnSpPr/>
          <p:nvPr/>
        </p:nvCxnSpPr>
        <p:spPr>
          <a:xfrm flipV="1">
            <a:off x="1403648" y="1988840"/>
            <a:ext cx="0" cy="35283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/>
          <p:nvPr/>
        </p:nvCxnSpPr>
        <p:spPr>
          <a:xfrm>
            <a:off x="1403648" y="5517232"/>
            <a:ext cx="65527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5783524" y="5589239"/>
            <a:ext cx="2172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Funcionalidade</a:t>
            </a:r>
            <a:endParaRPr lang="pt-BR" sz="2400" dirty="0"/>
          </a:p>
        </p:txBody>
      </p:sp>
      <p:sp>
        <p:nvSpPr>
          <p:cNvPr id="14" name="CaixaDeTexto 13"/>
          <p:cNvSpPr txBox="1"/>
          <p:nvPr/>
        </p:nvSpPr>
        <p:spPr>
          <a:xfrm rot="16200000">
            <a:off x="-129715" y="2874131"/>
            <a:ext cx="223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Performance</a:t>
            </a:r>
            <a:endParaRPr lang="pt-BR" sz="2400" dirty="0"/>
          </a:p>
        </p:txBody>
      </p:sp>
      <p:sp>
        <p:nvSpPr>
          <p:cNvPr id="15" name="Elipse 14"/>
          <p:cNvSpPr/>
          <p:nvPr/>
        </p:nvSpPr>
        <p:spPr>
          <a:xfrm>
            <a:off x="1547664" y="2276872"/>
            <a:ext cx="1944216" cy="7200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memcached</a:t>
            </a:r>
            <a:endParaRPr lang="pt-BR" b="1" dirty="0"/>
          </a:p>
        </p:txBody>
      </p:sp>
      <p:sp>
        <p:nvSpPr>
          <p:cNvPr id="18" name="Elipse 17"/>
          <p:cNvSpPr/>
          <p:nvPr/>
        </p:nvSpPr>
        <p:spPr>
          <a:xfrm>
            <a:off x="5897842" y="4276164"/>
            <a:ext cx="1944216" cy="72008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relational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19" name="Elipse 18"/>
          <p:cNvSpPr/>
          <p:nvPr/>
        </p:nvSpPr>
        <p:spPr>
          <a:xfrm>
            <a:off x="4834526" y="3032956"/>
            <a:ext cx="1944216" cy="72008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mongodb</a:t>
            </a:r>
            <a:endParaRPr lang="pt-B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3710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2"/>
          <p:cNvSpPr>
            <a:spLocks noGrp="1"/>
          </p:cNvSpPr>
          <p:nvPr>
            <p:ph type="title"/>
          </p:nvPr>
        </p:nvSpPr>
        <p:spPr>
          <a:xfrm>
            <a:off x="4298" y="-12621"/>
            <a:ext cx="9139702" cy="1143000"/>
          </a:xfrm>
          <a:solidFill>
            <a:srgbClr val="FFC000"/>
          </a:solidFill>
        </p:spPr>
        <p:txBody>
          <a:bodyPr/>
          <a:lstStyle/>
          <a:p>
            <a:r>
              <a:rPr lang="pt-BR" dirty="0" err="1">
                <a:latin typeface="Sketch Rockwell" pitchFamily="2" charset="0"/>
              </a:rPr>
              <a:t>MongoDB</a:t>
            </a:r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40" y="1412776"/>
            <a:ext cx="8860646" cy="4752528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6372200" y="6165304"/>
            <a:ext cx="2624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</a:t>
            </a:r>
            <a:r>
              <a:rPr lang="en-US" dirty="0" err="1"/>
              <a:t>MongoLab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710123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196752"/>
            <a:ext cx="7345123" cy="5058316"/>
          </a:xfrm>
          <a:prstGeom prst="rect">
            <a:avLst/>
          </a:prstGeom>
        </p:spPr>
      </p:pic>
      <p:sp>
        <p:nvSpPr>
          <p:cNvPr id="5" name="Título 2"/>
          <p:cNvSpPr>
            <a:spLocks noGrp="1"/>
          </p:cNvSpPr>
          <p:nvPr>
            <p:ph type="title"/>
          </p:nvPr>
        </p:nvSpPr>
        <p:spPr>
          <a:xfrm>
            <a:off x="4298" y="-12621"/>
            <a:ext cx="9139702" cy="1143000"/>
          </a:xfrm>
          <a:solidFill>
            <a:srgbClr val="FFC000"/>
          </a:solidFill>
        </p:spPr>
        <p:txBody>
          <a:bodyPr/>
          <a:lstStyle/>
          <a:p>
            <a:r>
              <a:rPr lang="pt-BR" dirty="0" err="1">
                <a:latin typeface="Sketch Rockwell" pitchFamily="2" charset="0"/>
              </a:rPr>
              <a:t>MongoDB</a:t>
            </a:r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6660232" y="6255068"/>
            <a:ext cx="2624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</a:t>
            </a:r>
            <a:r>
              <a:rPr lang="en-US" dirty="0" err="1"/>
              <a:t>MongoLab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14479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3384376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8000" b="1" dirty="0">
                <a:solidFill>
                  <a:srgbClr val="FF0000"/>
                </a:solidFill>
                <a:latin typeface="Sketch Rockwell" pitchFamily="2" charset="0"/>
                <a:cs typeface="Courier New" pitchFamily="49" charset="0"/>
              </a:rPr>
              <a:t>Easy Taxi Case</a:t>
            </a:r>
          </a:p>
          <a:p>
            <a:pPr algn="ctr">
              <a:buNone/>
            </a:pPr>
            <a:r>
              <a:rPr lang="en-US" sz="8000" b="1" dirty="0">
                <a:solidFill>
                  <a:srgbClr val="FF0000"/>
                </a:solidFill>
                <a:latin typeface="Sketch Rockwell" pitchFamily="2" charset="0"/>
                <a:cs typeface="Courier New" pitchFamily="49" charset="0"/>
              </a:rPr>
              <a:t>Demos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467544" y="5589240"/>
            <a:ext cx="8280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hlinkClick r:id="rId2"/>
              </a:rPr>
              <a:t>Obs.: link para seguir a oficina completa que dei no FISL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5821512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 err="1">
                <a:latin typeface="Sketch Rockwell" pitchFamily="2" charset="0"/>
              </a:rPr>
              <a:t>MongoDB</a:t>
            </a:r>
            <a:r>
              <a:rPr lang="pt-BR" sz="4000" dirty="0">
                <a:latin typeface="Sketch Rockwell" pitchFamily="2" charset="0"/>
              </a:rPr>
              <a:t> for BI</a:t>
            </a:r>
            <a:endParaRPr lang="pt-BR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67544" y="1412776"/>
            <a:ext cx="7519987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Sketch Rockwell" pitchFamily="2" charset="0"/>
              </a:rPr>
              <a:t>Analytics are now popular among proprietary vendors</a:t>
            </a:r>
          </a:p>
          <a:p>
            <a:r>
              <a:rPr lang="en-US" dirty="0">
                <a:latin typeface="Sketch Rockwell" pitchFamily="2" charset="0"/>
              </a:rPr>
              <a:t>SAP Sybase columnar In-Memory</a:t>
            </a:r>
          </a:p>
          <a:p>
            <a:r>
              <a:rPr lang="en-US" dirty="0">
                <a:latin typeface="Sketch Rockwell" pitchFamily="2" charset="0"/>
              </a:rPr>
              <a:t>Oracle columnar In-Memory </a:t>
            </a:r>
          </a:p>
          <a:p>
            <a:r>
              <a:rPr lang="en-US" dirty="0">
                <a:latin typeface="Sketch Rockwell" pitchFamily="2" charset="0"/>
              </a:rPr>
              <a:t>Why columnar for analytics?</a:t>
            </a:r>
          </a:p>
          <a:p>
            <a:r>
              <a:rPr lang="en-US" dirty="0">
                <a:latin typeface="Sketch Rockwell" pitchFamily="2" charset="0"/>
              </a:rPr>
              <a:t>There is a advantage?</a:t>
            </a:r>
          </a:p>
          <a:p>
            <a:endParaRPr lang="pt-BR" dirty="0"/>
          </a:p>
          <a:p>
            <a:endParaRPr lang="pt-BR" sz="3600" dirty="0"/>
          </a:p>
          <a:p>
            <a:pPr lvl="1">
              <a:buFontTx/>
              <a:buNone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299111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 err="1">
                <a:latin typeface="Sketch Rockwell" pitchFamily="2" charset="0"/>
              </a:rPr>
              <a:t>MongoDB</a:t>
            </a:r>
            <a:r>
              <a:rPr lang="pt-BR" sz="4000" dirty="0">
                <a:latin typeface="Sketch Rockwell" pitchFamily="2" charset="0"/>
              </a:rPr>
              <a:t> for BI</a:t>
            </a:r>
            <a:endParaRPr lang="pt-BR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67544" y="1412776"/>
            <a:ext cx="7519987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Sketch Rockwell" pitchFamily="2" charset="0"/>
              </a:rPr>
              <a:t>Is possible to </a:t>
            </a:r>
            <a:r>
              <a:rPr lang="en-US" dirty="0" err="1">
                <a:latin typeface="Sketch Rockwell" pitchFamily="2" charset="0"/>
              </a:rPr>
              <a:t>MongoDB</a:t>
            </a:r>
            <a:r>
              <a:rPr lang="en-US" dirty="0">
                <a:latin typeface="Sketch Rockwell" pitchFamily="2" charset="0"/>
              </a:rPr>
              <a:t> create indexes in any attribute</a:t>
            </a:r>
          </a:p>
          <a:p>
            <a:r>
              <a:rPr lang="en-US" dirty="0" err="1">
                <a:latin typeface="Sketch Rockwell" pitchFamily="2" charset="0"/>
              </a:rPr>
              <a:t>Sharding</a:t>
            </a:r>
            <a:r>
              <a:rPr lang="en-US" dirty="0">
                <a:latin typeface="Sketch Rockwell" pitchFamily="2" charset="0"/>
              </a:rPr>
              <a:t> Fact Table and duplicating Dimensions across replicas</a:t>
            </a:r>
          </a:p>
          <a:p>
            <a:r>
              <a:rPr lang="en-US" dirty="0">
                <a:latin typeface="Sketch Rockwell" pitchFamily="2" charset="0"/>
              </a:rPr>
              <a:t>Perhaps there is no memory for all attribute indexes you need…</a:t>
            </a:r>
          </a:p>
          <a:p>
            <a:endParaRPr lang="pt-BR" dirty="0"/>
          </a:p>
          <a:p>
            <a:endParaRPr lang="pt-BR" sz="3600" dirty="0"/>
          </a:p>
          <a:p>
            <a:pPr lvl="1">
              <a:buFontTx/>
              <a:buNone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83995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256584"/>
          </a:xfrm>
        </p:spPr>
        <p:txBody>
          <a:bodyPr>
            <a:normAutofit/>
          </a:bodyPr>
          <a:lstStyle/>
          <a:p>
            <a:r>
              <a:rPr lang="en-US" dirty="0">
                <a:latin typeface="Sketch Rockwell" pitchFamily="2" charset="0"/>
              </a:rPr>
              <a:t>3 years ago</a:t>
            </a:r>
          </a:p>
          <a:p>
            <a:r>
              <a:rPr lang="en-US" dirty="0">
                <a:latin typeface="Sketch Rockwell" pitchFamily="2" charset="0"/>
                <a:hlinkClick r:id="rId2"/>
              </a:rPr>
              <a:t>Benchmark </a:t>
            </a:r>
            <a:r>
              <a:rPr lang="en-US" dirty="0" err="1">
                <a:latin typeface="Sketch Rockwell" pitchFamily="2" charset="0"/>
                <a:hlinkClick r:id="rId2"/>
              </a:rPr>
              <a:t>LucidDB</a:t>
            </a:r>
            <a:r>
              <a:rPr lang="en-US" dirty="0">
                <a:latin typeface="Sketch Rockwell" pitchFamily="2" charset="0"/>
                <a:hlinkClick r:id="rId2"/>
              </a:rPr>
              <a:t> x MySQL for Business Intelligence applications</a:t>
            </a:r>
            <a:endParaRPr lang="en-US" dirty="0">
              <a:latin typeface="Sketch Rockwell" pitchFamily="2" charset="0"/>
            </a:endParaRPr>
          </a:p>
          <a:p>
            <a:r>
              <a:rPr lang="en-US" dirty="0" err="1">
                <a:latin typeface="Sketch Rockwell" pitchFamily="2" charset="0"/>
              </a:rPr>
              <a:t>LucidDB</a:t>
            </a:r>
            <a:r>
              <a:rPr lang="en-US" dirty="0">
                <a:latin typeface="Sketch Rockwell" pitchFamily="2" charset="0"/>
              </a:rPr>
              <a:t>: columnar </a:t>
            </a:r>
            <a:r>
              <a:rPr lang="en-US" dirty="0" err="1">
                <a:latin typeface="Sketch Rockwell" pitchFamily="2" charset="0"/>
              </a:rPr>
              <a:t>NoSQL</a:t>
            </a:r>
            <a:r>
              <a:rPr lang="en-US" dirty="0">
                <a:latin typeface="Sketch Rockwell" pitchFamily="2" charset="0"/>
              </a:rPr>
              <a:t> for BI</a:t>
            </a:r>
          </a:p>
          <a:p>
            <a:r>
              <a:rPr lang="en-US" dirty="0">
                <a:latin typeface="Sketch Rockwell" pitchFamily="2" charset="0"/>
              </a:rPr>
              <a:t>Analytic applications:</a:t>
            </a:r>
          </a:p>
          <a:p>
            <a:pPr lvl="1"/>
            <a:r>
              <a:rPr lang="en-US" dirty="0">
                <a:latin typeface="Sketch Rockwell" pitchFamily="2" charset="0"/>
              </a:rPr>
              <a:t>Read only</a:t>
            </a:r>
          </a:p>
          <a:p>
            <a:pPr lvl="1"/>
            <a:r>
              <a:rPr lang="en-US" dirty="0">
                <a:latin typeface="Sketch Rockwell" pitchFamily="2" charset="0"/>
              </a:rPr>
              <a:t>Massive aggregations</a:t>
            </a:r>
          </a:p>
          <a:p>
            <a:pPr lvl="1"/>
            <a:r>
              <a:rPr lang="en-US" dirty="0" err="1">
                <a:latin typeface="Sketch Rockwell" pitchFamily="2" charset="0"/>
              </a:rPr>
              <a:t>Denormalization</a:t>
            </a:r>
            <a:endParaRPr lang="en-US" dirty="0">
              <a:latin typeface="Sketch Rockwell" pitchFamily="2" charset="0"/>
            </a:endParaRPr>
          </a:p>
          <a:p>
            <a:endParaRPr lang="en-US" dirty="0">
              <a:latin typeface="Sketch Rockwell" pitchFamily="2" charset="0"/>
            </a:endParaRPr>
          </a:p>
          <a:p>
            <a:endParaRPr lang="en-US" dirty="0">
              <a:latin typeface="Sketch Rockwell" pitchFamily="2" charset="0"/>
            </a:endParaRPr>
          </a:p>
          <a:p>
            <a:endParaRPr lang="en-US" dirty="0">
              <a:latin typeface="Sketch Rockwell" pitchFamily="2" charset="0"/>
            </a:endParaRPr>
          </a:p>
          <a:p>
            <a:endParaRPr lang="en-US" dirty="0">
              <a:latin typeface="Sketch Rockwell" pitchFamily="2" charset="0"/>
            </a:endParaRPr>
          </a:p>
          <a:p>
            <a:endParaRPr lang="en-US" dirty="0">
              <a:latin typeface="Sketch Rockwell" pitchFamily="2" charset="0"/>
            </a:endParaRPr>
          </a:p>
          <a:p>
            <a:endParaRPr lang="en-US" dirty="0">
              <a:latin typeface="Sketch Rockwell" pitchFamily="2" charset="0"/>
            </a:endParaRP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 err="1">
                <a:latin typeface="Sketch Rockwell" pitchFamily="2" charset="0"/>
              </a:rPr>
              <a:t>LucidDB</a:t>
            </a:r>
            <a:r>
              <a:rPr lang="pt-BR" sz="4000" dirty="0">
                <a:latin typeface="Sketch Rockwell" pitchFamily="2" charset="0"/>
              </a:rPr>
              <a:t> </a:t>
            </a:r>
            <a:r>
              <a:rPr lang="pt-BR" sz="4000" dirty="0" err="1">
                <a:latin typeface="Sketch Rockwell" pitchFamily="2" charset="0"/>
              </a:rPr>
              <a:t>columnar</a:t>
            </a:r>
            <a:r>
              <a:rPr lang="pt-BR" sz="4000" dirty="0">
                <a:latin typeface="Sketch Rockwell" pitchFamily="2" charset="0"/>
              </a:rPr>
              <a:t> </a:t>
            </a:r>
            <a:r>
              <a:rPr lang="pt-BR" sz="4000" dirty="0" err="1">
                <a:latin typeface="Sketch Rockwell" pitchFamily="2" charset="0"/>
              </a:rPr>
              <a:t>example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135894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en-US" sz="2800" dirty="0">
                <a:latin typeface="Sketch Rockwell" pitchFamily="2" charset="0"/>
              </a:rPr>
              <a:t>Which movie genres generate the most revenue? (Q1)</a:t>
            </a:r>
            <a:endParaRPr lang="pt-BR" sz="2800" dirty="0"/>
          </a:p>
          <a:p>
            <a:pPr lvl="0">
              <a:defRPr/>
            </a:pPr>
            <a:r>
              <a:rPr lang="en-US" sz="2800" dirty="0">
                <a:latin typeface="Sketch Rockwell" pitchFamily="2" charset="0"/>
              </a:rPr>
              <a:t>How is our revenue evolving over time? (Q2)</a:t>
            </a:r>
            <a:endParaRPr lang="pt-BR" sz="2800" dirty="0"/>
          </a:p>
          <a:p>
            <a:pPr lvl="0">
              <a:defRPr/>
            </a:pPr>
            <a:r>
              <a:rPr lang="en-US" sz="2800" dirty="0">
                <a:latin typeface="Sketch Rockwell" pitchFamily="2" charset="0"/>
              </a:rPr>
              <a:t>At which time of day do costumers place the most orders? (Q3)</a:t>
            </a:r>
            <a:endParaRPr lang="pt-BR" sz="2800" dirty="0"/>
          </a:p>
          <a:p>
            <a:pPr lvl="0">
              <a:defRPr/>
            </a:pPr>
            <a:r>
              <a:rPr lang="en-US" sz="2800" dirty="0">
                <a:latin typeface="Sketch Rockwell" pitchFamily="2" charset="0"/>
              </a:rPr>
              <a:t>How effective are the promotions we launch? (Q4)</a:t>
            </a:r>
            <a:endParaRPr lang="pt-BR" sz="2800" dirty="0"/>
          </a:p>
          <a:p>
            <a:endParaRPr lang="pt-BR" dirty="0"/>
          </a:p>
        </p:txBody>
      </p:sp>
      <p:sp>
        <p:nvSpPr>
          <p:cNvPr id="6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latin typeface="Sketch Rockwell" pitchFamily="2" charset="0"/>
              </a:rPr>
              <a:t>Queries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488931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5293349"/>
              </p:ext>
            </p:extLst>
          </p:nvPr>
        </p:nvGraphicFramePr>
        <p:xfrm>
          <a:off x="0" y="1196752"/>
          <a:ext cx="9144000" cy="5112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 err="1">
                <a:latin typeface="Sketch Rockwell" pitchFamily="2" charset="0"/>
              </a:rPr>
              <a:t>Average</a:t>
            </a:r>
            <a:r>
              <a:rPr lang="pt-BR" sz="4000" dirty="0">
                <a:latin typeface="Sketch Rockwell" pitchFamily="2" charset="0"/>
              </a:rPr>
              <a:t> time (</a:t>
            </a:r>
            <a:r>
              <a:rPr lang="pt-BR" sz="4000" dirty="0" err="1">
                <a:latin typeface="Sketch Rockwell" pitchFamily="2" charset="0"/>
              </a:rPr>
              <a:t>ms</a:t>
            </a:r>
            <a:r>
              <a:rPr lang="pt-BR" sz="4000" dirty="0">
                <a:latin typeface="Sketch Rockwell" pitchFamily="2" charset="0"/>
              </a:rPr>
              <a:t>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499852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8"/>
          <p:cNvGrpSpPr/>
          <p:nvPr/>
        </p:nvGrpSpPr>
        <p:grpSpPr>
          <a:xfrm>
            <a:off x="1238250" y="5353050"/>
            <a:ext cx="2667000" cy="666750"/>
            <a:chOff x="1238250" y="5353050"/>
            <a:chExt cx="2667000" cy="666750"/>
          </a:xfrm>
          <a:solidFill>
            <a:schemeClr val="tx1"/>
          </a:solidFill>
          <a:effectLst/>
        </p:grpSpPr>
        <p:sp>
          <p:nvSpPr>
            <p:cNvPr id="7" name="Rectangle 9"/>
            <p:cNvSpPr/>
            <p:nvPr/>
          </p:nvSpPr>
          <p:spPr bwMode="auto">
            <a:xfrm>
              <a:off x="1238250" y="535305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8" name="Rectangle 14"/>
            <p:cNvSpPr/>
            <p:nvPr/>
          </p:nvSpPr>
          <p:spPr bwMode="auto">
            <a:xfrm>
              <a:off x="1905000" y="535305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9" name="Rectangle 19"/>
            <p:cNvSpPr/>
            <p:nvPr/>
          </p:nvSpPr>
          <p:spPr bwMode="auto">
            <a:xfrm>
              <a:off x="2571750" y="535305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0" name="Rectangle 24"/>
            <p:cNvSpPr/>
            <p:nvPr/>
          </p:nvSpPr>
          <p:spPr bwMode="auto">
            <a:xfrm>
              <a:off x="3238500" y="535305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3" name="Group 60"/>
          <p:cNvGrpSpPr/>
          <p:nvPr/>
        </p:nvGrpSpPr>
        <p:grpSpPr>
          <a:xfrm>
            <a:off x="1905000" y="4686300"/>
            <a:ext cx="2667000" cy="666750"/>
            <a:chOff x="1905000" y="4686300"/>
            <a:chExt cx="2667000" cy="666750"/>
          </a:xfrm>
          <a:solidFill>
            <a:schemeClr val="tx1"/>
          </a:solidFill>
          <a:effectLst/>
        </p:grpSpPr>
        <p:sp>
          <p:nvSpPr>
            <p:cNvPr id="12" name="Rectangle 15"/>
            <p:cNvSpPr/>
            <p:nvPr/>
          </p:nvSpPr>
          <p:spPr bwMode="auto">
            <a:xfrm>
              <a:off x="1905000" y="46863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3" name="Rectangle 20"/>
            <p:cNvSpPr/>
            <p:nvPr/>
          </p:nvSpPr>
          <p:spPr bwMode="auto">
            <a:xfrm>
              <a:off x="2571750" y="46863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4" name="Rectangle 25"/>
            <p:cNvSpPr/>
            <p:nvPr/>
          </p:nvSpPr>
          <p:spPr bwMode="auto">
            <a:xfrm>
              <a:off x="3238500" y="46863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5" name="Rectangle 30"/>
            <p:cNvSpPr/>
            <p:nvPr/>
          </p:nvSpPr>
          <p:spPr bwMode="auto">
            <a:xfrm>
              <a:off x="3905250" y="46863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4" name="Group 62"/>
          <p:cNvGrpSpPr/>
          <p:nvPr/>
        </p:nvGrpSpPr>
        <p:grpSpPr>
          <a:xfrm>
            <a:off x="2571750" y="3352800"/>
            <a:ext cx="2667000" cy="666750"/>
            <a:chOff x="2571750" y="3352800"/>
            <a:chExt cx="2667000" cy="666750"/>
          </a:xfrm>
          <a:solidFill>
            <a:schemeClr val="tx1"/>
          </a:solidFill>
          <a:effectLst/>
        </p:grpSpPr>
        <p:sp>
          <p:nvSpPr>
            <p:cNvPr id="17" name="Rectangle 22"/>
            <p:cNvSpPr/>
            <p:nvPr/>
          </p:nvSpPr>
          <p:spPr bwMode="auto">
            <a:xfrm>
              <a:off x="2571750" y="33528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8" name="Rectangle 27"/>
            <p:cNvSpPr/>
            <p:nvPr/>
          </p:nvSpPr>
          <p:spPr bwMode="auto">
            <a:xfrm>
              <a:off x="3238500" y="33528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9" name="Rectangle 32"/>
            <p:cNvSpPr/>
            <p:nvPr/>
          </p:nvSpPr>
          <p:spPr bwMode="auto">
            <a:xfrm>
              <a:off x="3905250" y="33528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0" name="Rectangle 37"/>
            <p:cNvSpPr/>
            <p:nvPr/>
          </p:nvSpPr>
          <p:spPr bwMode="auto">
            <a:xfrm>
              <a:off x="4572000" y="33528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6" name="Group 61"/>
          <p:cNvGrpSpPr/>
          <p:nvPr/>
        </p:nvGrpSpPr>
        <p:grpSpPr>
          <a:xfrm>
            <a:off x="3238500" y="4019550"/>
            <a:ext cx="2667000" cy="666750"/>
            <a:chOff x="3238500" y="4019550"/>
            <a:chExt cx="2667000" cy="666750"/>
          </a:xfrm>
          <a:solidFill>
            <a:schemeClr val="tx1"/>
          </a:solidFill>
          <a:effectLst/>
        </p:grpSpPr>
        <p:sp>
          <p:nvSpPr>
            <p:cNvPr id="22" name="Rectangle 26"/>
            <p:cNvSpPr/>
            <p:nvPr/>
          </p:nvSpPr>
          <p:spPr bwMode="auto">
            <a:xfrm>
              <a:off x="3238500" y="401955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3" name="Rectangle 31"/>
            <p:cNvSpPr/>
            <p:nvPr/>
          </p:nvSpPr>
          <p:spPr bwMode="auto">
            <a:xfrm>
              <a:off x="3905250" y="401955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4" name="Rectangle 36"/>
            <p:cNvSpPr/>
            <p:nvPr/>
          </p:nvSpPr>
          <p:spPr bwMode="auto">
            <a:xfrm>
              <a:off x="4572000" y="401955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5" name="Rectangle 41"/>
            <p:cNvSpPr/>
            <p:nvPr/>
          </p:nvSpPr>
          <p:spPr bwMode="auto">
            <a:xfrm>
              <a:off x="5238750" y="401955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11" name="Group 59"/>
          <p:cNvGrpSpPr/>
          <p:nvPr/>
        </p:nvGrpSpPr>
        <p:grpSpPr>
          <a:xfrm>
            <a:off x="4572000" y="5353050"/>
            <a:ext cx="2667000" cy="666750"/>
            <a:chOff x="4572000" y="5353050"/>
            <a:chExt cx="2667000" cy="666750"/>
          </a:xfrm>
          <a:solidFill>
            <a:schemeClr val="tx1"/>
          </a:solidFill>
          <a:effectLst/>
        </p:grpSpPr>
        <p:sp>
          <p:nvSpPr>
            <p:cNvPr id="27" name="Rectangle 34"/>
            <p:cNvSpPr/>
            <p:nvPr/>
          </p:nvSpPr>
          <p:spPr bwMode="auto">
            <a:xfrm>
              <a:off x="4572000" y="535305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8" name="Rectangle 39"/>
            <p:cNvSpPr/>
            <p:nvPr/>
          </p:nvSpPr>
          <p:spPr bwMode="auto">
            <a:xfrm>
              <a:off x="5238750" y="535305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9" name="Rectangle 44"/>
            <p:cNvSpPr/>
            <p:nvPr/>
          </p:nvSpPr>
          <p:spPr bwMode="auto">
            <a:xfrm>
              <a:off x="5905500" y="535305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0" name="Rectangle 49"/>
            <p:cNvSpPr/>
            <p:nvPr/>
          </p:nvSpPr>
          <p:spPr bwMode="auto">
            <a:xfrm>
              <a:off x="6572250" y="535305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16" name="Group 65"/>
          <p:cNvGrpSpPr/>
          <p:nvPr/>
        </p:nvGrpSpPr>
        <p:grpSpPr>
          <a:xfrm>
            <a:off x="5238750" y="4686300"/>
            <a:ext cx="2667000" cy="666750"/>
            <a:chOff x="5238750" y="4686300"/>
            <a:chExt cx="2667000" cy="666750"/>
          </a:xfrm>
          <a:solidFill>
            <a:schemeClr val="tx1"/>
          </a:solidFill>
          <a:effectLst/>
        </p:grpSpPr>
        <p:sp>
          <p:nvSpPr>
            <p:cNvPr id="32" name="Rectangle 40"/>
            <p:cNvSpPr/>
            <p:nvPr/>
          </p:nvSpPr>
          <p:spPr bwMode="auto">
            <a:xfrm>
              <a:off x="5238750" y="46863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3" name="Rectangle 45"/>
            <p:cNvSpPr/>
            <p:nvPr/>
          </p:nvSpPr>
          <p:spPr bwMode="auto">
            <a:xfrm>
              <a:off x="5905500" y="46863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4" name="Rectangle 50"/>
            <p:cNvSpPr/>
            <p:nvPr/>
          </p:nvSpPr>
          <p:spPr bwMode="auto">
            <a:xfrm>
              <a:off x="6572250" y="46863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5" name="Rectangle 55"/>
            <p:cNvSpPr/>
            <p:nvPr/>
          </p:nvSpPr>
          <p:spPr bwMode="auto">
            <a:xfrm>
              <a:off x="7239000" y="46863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21" name="Group 63"/>
          <p:cNvGrpSpPr/>
          <p:nvPr/>
        </p:nvGrpSpPr>
        <p:grpSpPr>
          <a:xfrm>
            <a:off x="5238750" y="3352800"/>
            <a:ext cx="2667000" cy="666750"/>
            <a:chOff x="5238750" y="3352800"/>
            <a:chExt cx="2667000" cy="666750"/>
          </a:xfrm>
          <a:solidFill>
            <a:schemeClr val="tx1"/>
          </a:solidFill>
          <a:effectLst/>
        </p:grpSpPr>
        <p:sp>
          <p:nvSpPr>
            <p:cNvPr id="37" name="Rectangle 42"/>
            <p:cNvSpPr/>
            <p:nvPr/>
          </p:nvSpPr>
          <p:spPr bwMode="auto">
            <a:xfrm>
              <a:off x="5238750" y="33528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8" name="Rectangle 47"/>
            <p:cNvSpPr/>
            <p:nvPr/>
          </p:nvSpPr>
          <p:spPr bwMode="auto">
            <a:xfrm>
              <a:off x="5905500" y="33528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9" name="Rectangle 52"/>
            <p:cNvSpPr/>
            <p:nvPr/>
          </p:nvSpPr>
          <p:spPr bwMode="auto">
            <a:xfrm>
              <a:off x="6572250" y="33528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40" name="Rectangle 57"/>
            <p:cNvSpPr/>
            <p:nvPr/>
          </p:nvSpPr>
          <p:spPr bwMode="auto">
            <a:xfrm>
              <a:off x="7239000" y="33528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26" name="Group 66"/>
          <p:cNvGrpSpPr/>
          <p:nvPr/>
        </p:nvGrpSpPr>
        <p:grpSpPr>
          <a:xfrm>
            <a:off x="3238500" y="2667000"/>
            <a:ext cx="2667000" cy="666750"/>
            <a:chOff x="5238750" y="3352800"/>
            <a:chExt cx="2667000" cy="666750"/>
          </a:xfrm>
          <a:solidFill>
            <a:schemeClr val="tx1"/>
          </a:solidFill>
          <a:effectLst/>
        </p:grpSpPr>
        <p:sp>
          <p:nvSpPr>
            <p:cNvPr id="42" name="Rectangle 67"/>
            <p:cNvSpPr/>
            <p:nvPr/>
          </p:nvSpPr>
          <p:spPr bwMode="auto">
            <a:xfrm>
              <a:off x="5238750" y="33528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43" name="Rectangle 68"/>
            <p:cNvSpPr/>
            <p:nvPr/>
          </p:nvSpPr>
          <p:spPr bwMode="auto">
            <a:xfrm>
              <a:off x="5905500" y="33528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44" name="Rectangle 69"/>
            <p:cNvSpPr/>
            <p:nvPr/>
          </p:nvSpPr>
          <p:spPr bwMode="auto">
            <a:xfrm>
              <a:off x="6572250" y="33528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45" name="Rectangle 70"/>
            <p:cNvSpPr/>
            <p:nvPr/>
          </p:nvSpPr>
          <p:spPr bwMode="auto">
            <a:xfrm>
              <a:off x="7239000" y="33528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31" name="Group 76"/>
          <p:cNvGrpSpPr/>
          <p:nvPr/>
        </p:nvGrpSpPr>
        <p:grpSpPr>
          <a:xfrm>
            <a:off x="3238500" y="1295400"/>
            <a:ext cx="2667000" cy="666750"/>
            <a:chOff x="5238750" y="3352800"/>
            <a:chExt cx="2667000" cy="666750"/>
          </a:xfrm>
          <a:solidFill>
            <a:schemeClr val="tx1"/>
          </a:solidFill>
          <a:effectLst/>
        </p:grpSpPr>
        <p:sp>
          <p:nvSpPr>
            <p:cNvPr id="47" name="Rectangle 77"/>
            <p:cNvSpPr/>
            <p:nvPr/>
          </p:nvSpPr>
          <p:spPr bwMode="auto">
            <a:xfrm>
              <a:off x="5238750" y="33528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48" name="Rectangle 78"/>
            <p:cNvSpPr/>
            <p:nvPr/>
          </p:nvSpPr>
          <p:spPr bwMode="auto">
            <a:xfrm>
              <a:off x="5905500" y="33528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49" name="Rectangle 79"/>
            <p:cNvSpPr/>
            <p:nvPr/>
          </p:nvSpPr>
          <p:spPr bwMode="auto">
            <a:xfrm>
              <a:off x="6572250" y="33528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50" name="Rectangle 80"/>
            <p:cNvSpPr/>
            <p:nvPr/>
          </p:nvSpPr>
          <p:spPr bwMode="auto">
            <a:xfrm>
              <a:off x="7239000" y="33528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36" name="Group 81"/>
          <p:cNvGrpSpPr/>
          <p:nvPr/>
        </p:nvGrpSpPr>
        <p:grpSpPr>
          <a:xfrm>
            <a:off x="1238250" y="1981200"/>
            <a:ext cx="2667000" cy="666750"/>
            <a:chOff x="1238250" y="5353050"/>
            <a:chExt cx="2667000" cy="666750"/>
          </a:xfrm>
          <a:solidFill>
            <a:schemeClr val="tx1"/>
          </a:solidFill>
          <a:effectLst/>
        </p:grpSpPr>
        <p:sp>
          <p:nvSpPr>
            <p:cNvPr id="52" name="Rectangle 82"/>
            <p:cNvSpPr/>
            <p:nvPr/>
          </p:nvSpPr>
          <p:spPr bwMode="auto">
            <a:xfrm>
              <a:off x="1238250" y="535305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53" name="Rectangle 83"/>
            <p:cNvSpPr/>
            <p:nvPr/>
          </p:nvSpPr>
          <p:spPr bwMode="auto">
            <a:xfrm>
              <a:off x="1905000" y="535305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54" name="Rectangle 84"/>
            <p:cNvSpPr/>
            <p:nvPr/>
          </p:nvSpPr>
          <p:spPr bwMode="auto">
            <a:xfrm>
              <a:off x="2571750" y="535305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55" name="Rectangle 85"/>
            <p:cNvSpPr/>
            <p:nvPr/>
          </p:nvSpPr>
          <p:spPr bwMode="auto">
            <a:xfrm>
              <a:off x="3238500" y="535305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</a:pPr>
              <a:endParaRPr lang="en-US"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58" name="CaixaDeTexto 57"/>
          <p:cNvSpPr txBox="1"/>
          <p:nvPr/>
        </p:nvSpPr>
        <p:spPr>
          <a:xfrm>
            <a:off x="4788024" y="6165304"/>
            <a:ext cx="3960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200" dirty="0"/>
              <a:t>(Timo </a:t>
            </a:r>
            <a:r>
              <a:rPr lang="pt-BR" sz="1200" dirty="0" err="1"/>
              <a:t>Elliott</a:t>
            </a:r>
            <a:r>
              <a:rPr lang="pt-BR" sz="1200" dirty="0"/>
              <a:t>, SAP)</a:t>
            </a:r>
          </a:p>
        </p:txBody>
      </p:sp>
      <p:sp>
        <p:nvSpPr>
          <p:cNvPr id="57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 err="1">
                <a:latin typeface="Sketch Rockwell" pitchFamily="2" charset="0"/>
              </a:rPr>
              <a:t>Relational</a:t>
            </a:r>
            <a:r>
              <a:rPr lang="pt-BR" sz="4000" dirty="0">
                <a:latin typeface="Sketch Rockwell" pitchFamily="2" charset="0"/>
              </a:rPr>
              <a:t> DB (</a:t>
            </a:r>
            <a:r>
              <a:rPr lang="pt-BR" sz="4000" dirty="0" err="1">
                <a:latin typeface="Sketch Rockwell" pitchFamily="2" charset="0"/>
              </a:rPr>
              <a:t>row</a:t>
            </a:r>
            <a:r>
              <a:rPr lang="pt-BR" sz="4000" dirty="0">
                <a:latin typeface="Sketch Rockwell" pitchFamily="2" charset="0"/>
              </a:rPr>
              <a:t> </a:t>
            </a:r>
            <a:r>
              <a:rPr lang="pt-BR" sz="4000" dirty="0" err="1">
                <a:latin typeface="Sketch Rockwell" pitchFamily="2" charset="0"/>
              </a:rPr>
              <a:t>full</a:t>
            </a:r>
            <a:r>
              <a:rPr lang="pt-BR" sz="4000" dirty="0">
                <a:latin typeface="Sketch Rockwell" pitchFamily="2" charset="0"/>
              </a:rPr>
              <a:t> </a:t>
            </a:r>
            <a:r>
              <a:rPr lang="pt-BR" sz="4000" dirty="0" err="1">
                <a:latin typeface="Sketch Rockwell" pitchFamily="2" charset="0"/>
              </a:rPr>
              <a:t>scan</a:t>
            </a:r>
            <a:r>
              <a:rPr lang="pt-BR" sz="4000" dirty="0">
                <a:latin typeface="Sketch Rockwell" pitchFamily="2" charset="0"/>
              </a:rPr>
              <a:t>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302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/>
          <p:cNvGrpSpPr/>
          <p:nvPr/>
        </p:nvGrpSpPr>
        <p:grpSpPr>
          <a:xfrm rot="5400000">
            <a:off x="1238250" y="3352800"/>
            <a:ext cx="666750" cy="2667000"/>
            <a:chOff x="4572000" y="4876800"/>
            <a:chExt cx="304800" cy="1219200"/>
          </a:xfrm>
          <a:solidFill>
            <a:schemeClr val="tx1"/>
          </a:solidFill>
        </p:grpSpPr>
        <p:sp>
          <p:nvSpPr>
            <p:cNvPr id="7" name="Rectangle 9"/>
            <p:cNvSpPr/>
            <p:nvPr/>
          </p:nvSpPr>
          <p:spPr bwMode="auto">
            <a:xfrm>
              <a:off x="4572000" y="57912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8" name="Rectangle 10"/>
            <p:cNvSpPr/>
            <p:nvPr/>
          </p:nvSpPr>
          <p:spPr bwMode="auto">
            <a:xfrm>
              <a:off x="4572000" y="54864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9" name="Rectangle 11"/>
            <p:cNvSpPr/>
            <p:nvPr/>
          </p:nvSpPr>
          <p:spPr bwMode="auto">
            <a:xfrm>
              <a:off x="4572000" y="51816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0" name="Rectangle 12"/>
            <p:cNvSpPr/>
            <p:nvPr/>
          </p:nvSpPr>
          <p:spPr bwMode="auto">
            <a:xfrm>
              <a:off x="4572000" y="48768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3" name="Group 13"/>
          <p:cNvGrpSpPr/>
          <p:nvPr/>
        </p:nvGrpSpPr>
        <p:grpSpPr>
          <a:xfrm rot="5400000">
            <a:off x="1905000" y="3352800"/>
            <a:ext cx="666750" cy="2667000"/>
            <a:chOff x="4572000" y="4876800"/>
            <a:chExt cx="304800" cy="1219200"/>
          </a:xfrm>
          <a:solidFill>
            <a:schemeClr val="tx1"/>
          </a:solidFill>
        </p:grpSpPr>
        <p:sp>
          <p:nvSpPr>
            <p:cNvPr id="12" name="Rectangle 14"/>
            <p:cNvSpPr/>
            <p:nvPr/>
          </p:nvSpPr>
          <p:spPr bwMode="auto">
            <a:xfrm>
              <a:off x="4572000" y="57912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3" name="Rectangle 15"/>
            <p:cNvSpPr/>
            <p:nvPr/>
          </p:nvSpPr>
          <p:spPr bwMode="auto">
            <a:xfrm>
              <a:off x="4572000" y="54864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4" name="Rectangle 16"/>
            <p:cNvSpPr/>
            <p:nvPr/>
          </p:nvSpPr>
          <p:spPr bwMode="auto">
            <a:xfrm>
              <a:off x="4572000" y="51816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5" name="Rectangle 17"/>
            <p:cNvSpPr/>
            <p:nvPr/>
          </p:nvSpPr>
          <p:spPr bwMode="auto">
            <a:xfrm>
              <a:off x="4572000" y="48768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4" name="Group 18"/>
          <p:cNvGrpSpPr/>
          <p:nvPr/>
        </p:nvGrpSpPr>
        <p:grpSpPr>
          <a:xfrm rot="5400000">
            <a:off x="2571750" y="3352800"/>
            <a:ext cx="666750" cy="2667000"/>
            <a:chOff x="4572000" y="4876800"/>
            <a:chExt cx="304800" cy="1219200"/>
          </a:xfrm>
          <a:solidFill>
            <a:schemeClr val="tx1"/>
          </a:solidFill>
        </p:grpSpPr>
        <p:sp>
          <p:nvSpPr>
            <p:cNvPr id="17" name="Rectangle 19"/>
            <p:cNvSpPr/>
            <p:nvPr/>
          </p:nvSpPr>
          <p:spPr bwMode="auto">
            <a:xfrm>
              <a:off x="4572000" y="57912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8" name="Rectangle 20"/>
            <p:cNvSpPr/>
            <p:nvPr/>
          </p:nvSpPr>
          <p:spPr bwMode="auto">
            <a:xfrm>
              <a:off x="4572000" y="54864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9" name="Rectangle 21"/>
            <p:cNvSpPr/>
            <p:nvPr/>
          </p:nvSpPr>
          <p:spPr bwMode="auto">
            <a:xfrm>
              <a:off x="4572000" y="51816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0" name="Rectangle 22"/>
            <p:cNvSpPr/>
            <p:nvPr/>
          </p:nvSpPr>
          <p:spPr bwMode="auto">
            <a:xfrm>
              <a:off x="4572000" y="48768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6" name="Group 23"/>
          <p:cNvGrpSpPr/>
          <p:nvPr/>
        </p:nvGrpSpPr>
        <p:grpSpPr>
          <a:xfrm rot="5400000">
            <a:off x="3238500" y="3352800"/>
            <a:ext cx="666750" cy="2667000"/>
            <a:chOff x="4572000" y="4876800"/>
            <a:chExt cx="304800" cy="1219200"/>
          </a:xfrm>
          <a:solidFill>
            <a:schemeClr val="tx1"/>
          </a:solidFill>
        </p:grpSpPr>
        <p:sp>
          <p:nvSpPr>
            <p:cNvPr id="22" name="Rectangle 24"/>
            <p:cNvSpPr/>
            <p:nvPr/>
          </p:nvSpPr>
          <p:spPr bwMode="auto">
            <a:xfrm>
              <a:off x="4572000" y="57912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3" name="Rectangle 25"/>
            <p:cNvSpPr/>
            <p:nvPr/>
          </p:nvSpPr>
          <p:spPr bwMode="auto">
            <a:xfrm>
              <a:off x="4572000" y="54864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4" name="Rectangle 26"/>
            <p:cNvSpPr/>
            <p:nvPr/>
          </p:nvSpPr>
          <p:spPr bwMode="auto">
            <a:xfrm>
              <a:off x="4572000" y="51816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5" name="Rectangle 27"/>
            <p:cNvSpPr/>
            <p:nvPr/>
          </p:nvSpPr>
          <p:spPr bwMode="auto">
            <a:xfrm>
              <a:off x="4572000" y="48768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11" name="Group 28"/>
          <p:cNvGrpSpPr/>
          <p:nvPr/>
        </p:nvGrpSpPr>
        <p:grpSpPr>
          <a:xfrm rot="5400000">
            <a:off x="3905250" y="3352800"/>
            <a:ext cx="666750" cy="2667000"/>
            <a:chOff x="4572000" y="4876800"/>
            <a:chExt cx="304800" cy="1219200"/>
          </a:xfrm>
          <a:solidFill>
            <a:schemeClr val="tx1"/>
          </a:solidFill>
        </p:grpSpPr>
        <p:sp>
          <p:nvSpPr>
            <p:cNvPr id="27" name="Rectangle 29"/>
            <p:cNvSpPr/>
            <p:nvPr/>
          </p:nvSpPr>
          <p:spPr bwMode="auto">
            <a:xfrm>
              <a:off x="4572000" y="57912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8" name="Rectangle 30"/>
            <p:cNvSpPr/>
            <p:nvPr/>
          </p:nvSpPr>
          <p:spPr bwMode="auto">
            <a:xfrm>
              <a:off x="4572000" y="54864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9" name="Rectangle 31"/>
            <p:cNvSpPr/>
            <p:nvPr/>
          </p:nvSpPr>
          <p:spPr bwMode="auto">
            <a:xfrm>
              <a:off x="4572000" y="51816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0" name="Rectangle 32"/>
            <p:cNvSpPr/>
            <p:nvPr/>
          </p:nvSpPr>
          <p:spPr bwMode="auto">
            <a:xfrm>
              <a:off x="4572000" y="48768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16" name="Group 33"/>
          <p:cNvGrpSpPr/>
          <p:nvPr/>
        </p:nvGrpSpPr>
        <p:grpSpPr>
          <a:xfrm rot="5400000">
            <a:off x="4572000" y="3352800"/>
            <a:ext cx="666750" cy="2667000"/>
            <a:chOff x="4572000" y="4876800"/>
            <a:chExt cx="304800" cy="1219200"/>
          </a:xfrm>
          <a:solidFill>
            <a:schemeClr val="tx1"/>
          </a:solidFill>
        </p:grpSpPr>
        <p:sp>
          <p:nvSpPr>
            <p:cNvPr id="32" name="Rectangle 34"/>
            <p:cNvSpPr/>
            <p:nvPr/>
          </p:nvSpPr>
          <p:spPr bwMode="auto">
            <a:xfrm>
              <a:off x="4572000" y="57912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3" name="Rectangle 35"/>
            <p:cNvSpPr/>
            <p:nvPr/>
          </p:nvSpPr>
          <p:spPr bwMode="auto">
            <a:xfrm>
              <a:off x="4572000" y="54864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4" name="Rectangle 36"/>
            <p:cNvSpPr/>
            <p:nvPr/>
          </p:nvSpPr>
          <p:spPr bwMode="auto">
            <a:xfrm>
              <a:off x="4572000" y="51816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5" name="Rectangle 37"/>
            <p:cNvSpPr/>
            <p:nvPr/>
          </p:nvSpPr>
          <p:spPr bwMode="auto">
            <a:xfrm>
              <a:off x="4572000" y="48768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21" name="Group 38"/>
          <p:cNvGrpSpPr/>
          <p:nvPr/>
        </p:nvGrpSpPr>
        <p:grpSpPr>
          <a:xfrm rot="5400000">
            <a:off x="5238750" y="3352800"/>
            <a:ext cx="666750" cy="2667000"/>
            <a:chOff x="4572000" y="4876800"/>
            <a:chExt cx="304800" cy="1219200"/>
          </a:xfrm>
          <a:solidFill>
            <a:schemeClr val="tx1"/>
          </a:solidFill>
        </p:grpSpPr>
        <p:sp>
          <p:nvSpPr>
            <p:cNvPr id="37" name="Rectangle 39"/>
            <p:cNvSpPr/>
            <p:nvPr/>
          </p:nvSpPr>
          <p:spPr bwMode="auto">
            <a:xfrm>
              <a:off x="4572000" y="57912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8" name="Rectangle 40"/>
            <p:cNvSpPr/>
            <p:nvPr/>
          </p:nvSpPr>
          <p:spPr bwMode="auto">
            <a:xfrm>
              <a:off x="4572000" y="54864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9" name="Rectangle 41"/>
            <p:cNvSpPr/>
            <p:nvPr/>
          </p:nvSpPr>
          <p:spPr bwMode="auto">
            <a:xfrm>
              <a:off x="4572000" y="51816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40" name="Rectangle 42"/>
            <p:cNvSpPr/>
            <p:nvPr/>
          </p:nvSpPr>
          <p:spPr bwMode="auto">
            <a:xfrm>
              <a:off x="4572000" y="48768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26" name="Group 43"/>
          <p:cNvGrpSpPr/>
          <p:nvPr/>
        </p:nvGrpSpPr>
        <p:grpSpPr>
          <a:xfrm rot="5400000">
            <a:off x="5905500" y="3352800"/>
            <a:ext cx="666750" cy="2667000"/>
            <a:chOff x="4572000" y="4876800"/>
            <a:chExt cx="304800" cy="1219200"/>
          </a:xfrm>
          <a:solidFill>
            <a:schemeClr val="tx1"/>
          </a:solidFill>
        </p:grpSpPr>
        <p:sp>
          <p:nvSpPr>
            <p:cNvPr id="42" name="Rectangle 44"/>
            <p:cNvSpPr/>
            <p:nvPr/>
          </p:nvSpPr>
          <p:spPr bwMode="auto">
            <a:xfrm>
              <a:off x="4572000" y="57912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43" name="Rectangle 45"/>
            <p:cNvSpPr/>
            <p:nvPr/>
          </p:nvSpPr>
          <p:spPr bwMode="auto">
            <a:xfrm>
              <a:off x="4572000" y="54864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44" name="Rectangle 46"/>
            <p:cNvSpPr/>
            <p:nvPr/>
          </p:nvSpPr>
          <p:spPr bwMode="auto">
            <a:xfrm>
              <a:off x="4572000" y="51816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45" name="Rectangle 47"/>
            <p:cNvSpPr/>
            <p:nvPr/>
          </p:nvSpPr>
          <p:spPr bwMode="auto">
            <a:xfrm>
              <a:off x="4572000" y="48768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31" name="Group 48"/>
          <p:cNvGrpSpPr/>
          <p:nvPr/>
        </p:nvGrpSpPr>
        <p:grpSpPr>
          <a:xfrm rot="5400000">
            <a:off x="6572250" y="3352800"/>
            <a:ext cx="666750" cy="2667000"/>
            <a:chOff x="4572000" y="4876800"/>
            <a:chExt cx="304800" cy="1219200"/>
          </a:xfrm>
          <a:solidFill>
            <a:schemeClr val="tx1"/>
          </a:solidFill>
        </p:grpSpPr>
        <p:sp>
          <p:nvSpPr>
            <p:cNvPr id="47" name="Rectangle 49"/>
            <p:cNvSpPr/>
            <p:nvPr/>
          </p:nvSpPr>
          <p:spPr bwMode="auto">
            <a:xfrm>
              <a:off x="4572000" y="57912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48" name="Rectangle 50"/>
            <p:cNvSpPr/>
            <p:nvPr/>
          </p:nvSpPr>
          <p:spPr bwMode="auto">
            <a:xfrm>
              <a:off x="4572000" y="54864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49" name="Rectangle 51"/>
            <p:cNvSpPr/>
            <p:nvPr/>
          </p:nvSpPr>
          <p:spPr bwMode="auto">
            <a:xfrm>
              <a:off x="4572000" y="51816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50" name="Rectangle 52"/>
            <p:cNvSpPr/>
            <p:nvPr/>
          </p:nvSpPr>
          <p:spPr bwMode="auto">
            <a:xfrm>
              <a:off x="4572000" y="48768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36" name="Group 53"/>
          <p:cNvGrpSpPr/>
          <p:nvPr/>
        </p:nvGrpSpPr>
        <p:grpSpPr>
          <a:xfrm rot="5400000">
            <a:off x="7239000" y="3352800"/>
            <a:ext cx="666750" cy="2667000"/>
            <a:chOff x="4572000" y="4876800"/>
            <a:chExt cx="304800" cy="1219200"/>
          </a:xfrm>
          <a:solidFill>
            <a:schemeClr val="tx1"/>
          </a:solidFill>
        </p:grpSpPr>
        <p:sp>
          <p:nvSpPr>
            <p:cNvPr id="52" name="Rectangle 54"/>
            <p:cNvSpPr/>
            <p:nvPr/>
          </p:nvSpPr>
          <p:spPr bwMode="auto">
            <a:xfrm>
              <a:off x="4572000" y="57912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53" name="Rectangle 55"/>
            <p:cNvSpPr/>
            <p:nvPr/>
          </p:nvSpPr>
          <p:spPr bwMode="auto">
            <a:xfrm>
              <a:off x="4572000" y="54864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54" name="Rectangle 56"/>
            <p:cNvSpPr/>
            <p:nvPr/>
          </p:nvSpPr>
          <p:spPr bwMode="auto">
            <a:xfrm>
              <a:off x="4572000" y="51816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55" name="Rectangle 57"/>
            <p:cNvSpPr/>
            <p:nvPr/>
          </p:nvSpPr>
          <p:spPr bwMode="auto">
            <a:xfrm>
              <a:off x="4572000" y="4876800"/>
              <a:ext cx="304800" cy="30480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41" name="Group 60"/>
          <p:cNvGrpSpPr/>
          <p:nvPr/>
        </p:nvGrpSpPr>
        <p:grpSpPr>
          <a:xfrm>
            <a:off x="1238250" y="3352800"/>
            <a:ext cx="6667500" cy="2000250"/>
            <a:chOff x="1238250" y="3352800"/>
            <a:chExt cx="6667500" cy="2000250"/>
          </a:xfrm>
          <a:solidFill>
            <a:schemeClr val="tx1"/>
          </a:solidFill>
        </p:grpSpPr>
        <p:sp>
          <p:nvSpPr>
            <p:cNvPr id="57" name="Rectangle 61"/>
            <p:cNvSpPr/>
            <p:nvPr/>
          </p:nvSpPr>
          <p:spPr bwMode="auto">
            <a:xfrm>
              <a:off x="1238250" y="46863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58" name="Rectangle 62"/>
            <p:cNvSpPr/>
            <p:nvPr/>
          </p:nvSpPr>
          <p:spPr bwMode="auto">
            <a:xfrm>
              <a:off x="1238250" y="401955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59" name="Rectangle 63"/>
            <p:cNvSpPr/>
            <p:nvPr/>
          </p:nvSpPr>
          <p:spPr bwMode="auto">
            <a:xfrm>
              <a:off x="1238250" y="33528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60" name="Rectangle 64"/>
            <p:cNvSpPr/>
            <p:nvPr/>
          </p:nvSpPr>
          <p:spPr bwMode="auto">
            <a:xfrm>
              <a:off x="1905000" y="46863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61" name="Rectangle 65"/>
            <p:cNvSpPr/>
            <p:nvPr/>
          </p:nvSpPr>
          <p:spPr bwMode="auto">
            <a:xfrm>
              <a:off x="1905000" y="401955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62" name="Rectangle 66"/>
            <p:cNvSpPr/>
            <p:nvPr/>
          </p:nvSpPr>
          <p:spPr bwMode="auto">
            <a:xfrm>
              <a:off x="1905000" y="33528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63" name="Rectangle 67"/>
            <p:cNvSpPr/>
            <p:nvPr/>
          </p:nvSpPr>
          <p:spPr bwMode="auto">
            <a:xfrm>
              <a:off x="2571750" y="46863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64" name="Rectangle 68"/>
            <p:cNvSpPr/>
            <p:nvPr/>
          </p:nvSpPr>
          <p:spPr bwMode="auto">
            <a:xfrm>
              <a:off x="2571750" y="401955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65" name="Rectangle 69"/>
            <p:cNvSpPr/>
            <p:nvPr/>
          </p:nvSpPr>
          <p:spPr bwMode="auto">
            <a:xfrm>
              <a:off x="2571750" y="33528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66" name="Rectangle 70"/>
            <p:cNvSpPr/>
            <p:nvPr/>
          </p:nvSpPr>
          <p:spPr bwMode="auto">
            <a:xfrm>
              <a:off x="3238500" y="46863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67" name="Rectangle 71"/>
            <p:cNvSpPr/>
            <p:nvPr/>
          </p:nvSpPr>
          <p:spPr bwMode="auto">
            <a:xfrm>
              <a:off x="3238500" y="401955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68" name="Rectangle 72"/>
            <p:cNvSpPr/>
            <p:nvPr/>
          </p:nvSpPr>
          <p:spPr bwMode="auto">
            <a:xfrm>
              <a:off x="3238500" y="33528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69" name="Rectangle 73"/>
            <p:cNvSpPr/>
            <p:nvPr/>
          </p:nvSpPr>
          <p:spPr bwMode="auto">
            <a:xfrm>
              <a:off x="3905250" y="46863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70" name="Rectangle 74"/>
            <p:cNvSpPr/>
            <p:nvPr/>
          </p:nvSpPr>
          <p:spPr bwMode="auto">
            <a:xfrm>
              <a:off x="3905250" y="401955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71" name="Rectangle 75"/>
            <p:cNvSpPr/>
            <p:nvPr/>
          </p:nvSpPr>
          <p:spPr bwMode="auto">
            <a:xfrm>
              <a:off x="3905250" y="33528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72" name="Rectangle 76"/>
            <p:cNvSpPr/>
            <p:nvPr/>
          </p:nvSpPr>
          <p:spPr bwMode="auto">
            <a:xfrm>
              <a:off x="4572000" y="46863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73" name="Rectangle 77"/>
            <p:cNvSpPr/>
            <p:nvPr/>
          </p:nvSpPr>
          <p:spPr bwMode="auto">
            <a:xfrm>
              <a:off x="4572000" y="401955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74" name="Rectangle 78"/>
            <p:cNvSpPr/>
            <p:nvPr/>
          </p:nvSpPr>
          <p:spPr bwMode="auto">
            <a:xfrm>
              <a:off x="4572000" y="33528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75" name="Rectangle 79"/>
            <p:cNvSpPr/>
            <p:nvPr/>
          </p:nvSpPr>
          <p:spPr bwMode="auto">
            <a:xfrm>
              <a:off x="5238750" y="46863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76" name="Rectangle 80"/>
            <p:cNvSpPr/>
            <p:nvPr/>
          </p:nvSpPr>
          <p:spPr bwMode="auto">
            <a:xfrm>
              <a:off x="5238750" y="401955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77" name="Rectangle 81"/>
            <p:cNvSpPr/>
            <p:nvPr/>
          </p:nvSpPr>
          <p:spPr bwMode="auto">
            <a:xfrm>
              <a:off x="5238750" y="33528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78" name="Rectangle 82"/>
            <p:cNvSpPr/>
            <p:nvPr/>
          </p:nvSpPr>
          <p:spPr bwMode="auto">
            <a:xfrm>
              <a:off x="5905500" y="46863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79" name="Rectangle 83"/>
            <p:cNvSpPr/>
            <p:nvPr/>
          </p:nvSpPr>
          <p:spPr bwMode="auto">
            <a:xfrm>
              <a:off x="5905500" y="401955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80" name="Rectangle 84"/>
            <p:cNvSpPr/>
            <p:nvPr/>
          </p:nvSpPr>
          <p:spPr bwMode="auto">
            <a:xfrm>
              <a:off x="5905500" y="33528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81" name="Rectangle 85"/>
            <p:cNvSpPr/>
            <p:nvPr/>
          </p:nvSpPr>
          <p:spPr bwMode="auto">
            <a:xfrm>
              <a:off x="6572250" y="46863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82" name="Rectangle 86"/>
            <p:cNvSpPr/>
            <p:nvPr/>
          </p:nvSpPr>
          <p:spPr bwMode="auto">
            <a:xfrm>
              <a:off x="6572250" y="401955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83" name="Rectangle 87"/>
            <p:cNvSpPr/>
            <p:nvPr/>
          </p:nvSpPr>
          <p:spPr bwMode="auto">
            <a:xfrm>
              <a:off x="6572250" y="33528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84" name="Rectangle 88"/>
            <p:cNvSpPr/>
            <p:nvPr/>
          </p:nvSpPr>
          <p:spPr bwMode="auto">
            <a:xfrm>
              <a:off x="7239000" y="46863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85" name="Rectangle 89"/>
            <p:cNvSpPr/>
            <p:nvPr/>
          </p:nvSpPr>
          <p:spPr bwMode="auto">
            <a:xfrm>
              <a:off x="7239000" y="401955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86" name="Rectangle 90"/>
            <p:cNvSpPr/>
            <p:nvPr/>
          </p:nvSpPr>
          <p:spPr bwMode="auto">
            <a:xfrm>
              <a:off x="7239000" y="3352800"/>
              <a:ext cx="666750" cy="666750"/>
            </a:xfrm>
            <a:prstGeom prst="rect">
              <a:avLst/>
            </a:prstGeom>
            <a:grp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46" name="Group 52"/>
          <p:cNvGrpSpPr/>
          <p:nvPr/>
        </p:nvGrpSpPr>
        <p:grpSpPr>
          <a:xfrm>
            <a:off x="1524000" y="5168465"/>
            <a:ext cx="1339389" cy="1066800"/>
            <a:chOff x="433136" y="3581400"/>
            <a:chExt cx="3830855" cy="3051208"/>
          </a:xfrm>
        </p:grpSpPr>
        <p:sp>
          <p:nvSpPr>
            <p:cNvPr id="88" name="Freeform 187"/>
            <p:cNvSpPr/>
            <p:nvPr/>
          </p:nvSpPr>
          <p:spPr bwMode="auto">
            <a:xfrm>
              <a:off x="433136" y="3581400"/>
              <a:ext cx="3830855" cy="3051208"/>
            </a:xfrm>
            <a:custGeom>
              <a:avLst/>
              <a:gdLst>
                <a:gd name="connsiteX0" fmla="*/ 1549667 w 3830855"/>
                <a:gd name="connsiteY0" fmla="*/ 1135781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232034 w 3830855"/>
                <a:gd name="connsiteY12" fmla="*/ 1280160 h 3051208"/>
                <a:gd name="connsiteX13" fmla="*/ 1549667 w 3830855"/>
                <a:gd name="connsiteY13" fmla="*/ 1135781 h 3051208"/>
                <a:gd name="connsiteX0" fmla="*/ 1232034 w 3830855"/>
                <a:gd name="connsiteY0" fmla="*/ 1280160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232034 w 3830855"/>
                <a:gd name="connsiteY12" fmla="*/ 1280160 h 3051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30855" h="3051208">
                  <a:moveTo>
                    <a:pt x="1232034" y="1280160"/>
                  </a:moveTo>
                  <a:lnTo>
                    <a:pt x="0" y="1828800"/>
                  </a:lnTo>
                  <a:lnTo>
                    <a:pt x="1434164" y="2002054"/>
                  </a:lnTo>
                  <a:lnTo>
                    <a:pt x="1674796" y="3051208"/>
                  </a:lnTo>
                  <a:lnTo>
                    <a:pt x="2213810" y="2233061"/>
                  </a:lnTo>
                  <a:lnTo>
                    <a:pt x="3147461" y="2637322"/>
                  </a:lnTo>
                  <a:lnTo>
                    <a:pt x="2945330" y="1732547"/>
                  </a:lnTo>
                  <a:lnTo>
                    <a:pt x="3830855" y="1280160"/>
                  </a:lnTo>
                  <a:lnTo>
                    <a:pt x="2781701" y="1010652"/>
                  </a:lnTo>
                  <a:lnTo>
                    <a:pt x="3012707" y="0"/>
                  </a:lnTo>
                  <a:lnTo>
                    <a:pt x="1905802" y="818147"/>
                  </a:lnTo>
                  <a:lnTo>
                    <a:pt x="981777" y="192505"/>
                  </a:lnTo>
                  <a:lnTo>
                    <a:pt x="1232034" y="1280160"/>
                  </a:lnTo>
                  <a:close/>
                </a:path>
              </a:pathLst>
            </a:cu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89" name="Freeform 188"/>
            <p:cNvSpPr/>
            <p:nvPr/>
          </p:nvSpPr>
          <p:spPr bwMode="auto">
            <a:xfrm>
              <a:off x="817347" y="3838074"/>
              <a:ext cx="3108157" cy="2555506"/>
            </a:xfrm>
            <a:custGeom>
              <a:avLst/>
              <a:gdLst>
                <a:gd name="connsiteX0" fmla="*/ 1549667 w 3830855"/>
                <a:gd name="connsiteY0" fmla="*/ 1135781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232034 w 3830855"/>
                <a:gd name="connsiteY12" fmla="*/ 1280160 h 3051208"/>
                <a:gd name="connsiteX13" fmla="*/ 1549667 w 3830855"/>
                <a:gd name="connsiteY13" fmla="*/ 1135781 h 3051208"/>
                <a:gd name="connsiteX0" fmla="*/ 1232034 w 3830855"/>
                <a:gd name="connsiteY0" fmla="*/ 1280160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232034 w 3830855"/>
                <a:gd name="connsiteY12" fmla="*/ 1280160 h 3051208"/>
                <a:gd name="connsiteX0" fmla="*/ 1163855 w 3830855"/>
                <a:gd name="connsiteY0" fmla="*/ 1146208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163855 w 3830855"/>
                <a:gd name="connsiteY12" fmla="*/ 1146208 h 3051208"/>
                <a:gd name="connsiteX0" fmla="*/ 914400 w 3581400"/>
                <a:gd name="connsiteY0" fmla="*/ 1146208 h 3051208"/>
                <a:gd name="connsiteX1" fmla="*/ 0 w 3581400"/>
                <a:gd name="connsiteY1" fmla="*/ 1527208 h 3051208"/>
                <a:gd name="connsiteX2" fmla="*/ 1184709 w 3581400"/>
                <a:gd name="connsiteY2" fmla="*/ 2002054 h 3051208"/>
                <a:gd name="connsiteX3" fmla="*/ 1425341 w 3581400"/>
                <a:gd name="connsiteY3" fmla="*/ 3051208 h 3051208"/>
                <a:gd name="connsiteX4" fmla="*/ 1964355 w 3581400"/>
                <a:gd name="connsiteY4" fmla="*/ 2233061 h 3051208"/>
                <a:gd name="connsiteX5" fmla="*/ 2898006 w 3581400"/>
                <a:gd name="connsiteY5" fmla="*/ 2637322 h 3051208"/>
                <a:gd name="connsiteX6" fmla="*/ 2695875 w 3581400"/>
                <a:gd name="connsiteY6" fmla="*/ 1732547 h 3051208"/>
                <a:gd name="connsiteX7" fmla="*/ 3581400 w 3581400"/>
                <a:gd name="connsiteY7" fmla="*/ 1280160 h 3051208"/>
                <a:gd name="connsiteX8" fmla="*/ 2532246 w 3581400"/>
                <a:gd name="connsiteY8" fmla="*/ 1010652 h 3051208"/>
                <a:gd name="connsiteX9" fmla="*/ 2763252 w 3581400"/>
                <a:gd name="connsiteY9" fmla="*/ 0 h 3051208"/>
                <a:gd name="connsiteX10" fmla="*/ 1656347 w 3581400"/>
                <a:gd name="connsiteY10" fmla="*/ 818147 h 3051208"/>
                <a:gd name="connsiteX11" fmla="*/ 732322 w 3581400"/>
                <a:gd name="connsiteY11" fmla="*/ 192505 h 3051208"/>
                <a:gd name="connsiteX12" fmla="*/ 914400 w 3581400"/>
                <a:gd name="connsiteY12" fmla="*/ 1146208 h 3051208"/>
                <a:gd name="connsiteX0" fmla="*/ 914400 w 3581400"/>
                <a:gd name="connsiteY0" fmla="*/ 1146208 h 3051208"/>
                <a:gd name="connsiteX1" fmla="*/ 0 w 3581400"/>
                <a:gd name="connsiteY1" fmla="*/ 1527208 h 3051208"/>
                <a:gd name="connsiteX2" fmla="*/ 1066799 w 3581400"/>
                <a:gd name="connsiteY2" fmla="*/ 1679608 h 3051208"/>
                <a:gd name="connsiteX3" fmla="*/ 1425341 w 3581400"/>
                <a:gd name="connsiteY3" fmla="*/ 3051208 h 3051208"/>
                <a:gd name="connsiteX4" fmla="*/ 1964355 w 3581400"/>
                <a:gd name="connsiteY4" fmla="*/ 2233061 h 3051208"/>
                <a:gd name="connsiteX5" fmla="*/ 2898006 w 3581400"/>
                <a:gd name="connsiteY5" fmla="*/ 2637322 h 3051208"/>
                <a:gd name="connsiteX6" fmla="*/ 2695875 w 3581400"/>
                <a:gd name="connsiteY6" fmla="*/ 1732547 h 3051208"/>
                <a:gd name="connsiteX7" fmla="*/ 3581400 w 3581400"/>
                <a:gd name="connsiteY7" fmla="*/ 1280160 h 3051208"/>
                <a:gd name="connsiteX8" fmla="*/ 2532246 w 3581400"/>
                <a:gd name="connsiteY8" fmla="*/ 1010652 h 3051208"/>
                <a:gd name="connsiteX9" fmla="*/ 2763252 w 3581400"/>
                <a:gd name="connsiteY9" fmla="*/ 0 h 3051208"/>
                <a:gd name="connsiteX10" fmla="*/ 1656347 w 3581400"/>
                <a:gd name="connsiteY10" fmla="*/ 818147 h 3051208"/>
                <a:gd name="connsiteX11" fmla="*/ 732322 w 3581400"/>
                <a:gd name="connsiteY11" fmla="*/ 192505 h 3051208"/>
                <a:gd name="connsiteX12" fmla="*/ 914400 w 3581400"/>
                <a:gd name="connsiteY12" fmla="*/ 1146208 h 3051208"/>
                <a:gd name="connsiteX0" fmla="*/ 914400 w 3581400"/>
                <a:gd name="connsiteY0" fmla="*/ 1146208 h 2637322"/>
                <a:gd name="connsiteX1" fmla="*/ 0 w 3581400"/>
                <a:gd name="connsiteY1" fmla="*/ 1527208 h 2637322"/>
                <a:gd name="connsiteX2" fmla="*/ 1066799 w 3581400"/>
                <a:gd name="connsiteY2" fmla="*/ 1679608 h 2637322"/>
                <a:gd name="connsiteX3" fmla="*/ 1295399 w 3581400"/>
                <a:gd name="connsiteY3" fmla="*/ 2517808 h 2637322"/>
                <a:gd name="connsiteX4" fmla="*/ 1964355 w 3581400"/>
                <a:gd name="connsiteY4" fmla="*/ 2233061 h 2637322"/>
                <a:gd name="connsiteX5" fmla="*/ 2898006 w 3581400"/>
                <a:gd name="connsiteY5" fmla="*/ 2637322 h 2637322"/>
                <a:gd name="connsiteX6" fmla="*/ 2695875 w 3581400"/>
                <a:gd name="connsiteY6" fmla="*/ 1732547 h 2637322"/>
                <a:gd name="connsiteX7" fmla="*/ 3581400 w 3581400"/>
                <a:gd name="connsiteY7" fmla="*/ 1280160 h 2637322"/>
                <a:gd name="connsiteX8" fmla="*/ 2532246 w 3581400"/>
                <a:gd name="connsiteY8" fmla="*/ 1010652 h 2637322"/>
                <a:gd name="connsiteX9" fmla="*/ 2763252 w 3581400"/>
                <a:gd name="connsiteY9" fmla="*/ 0 h 2637322"/>
                <a:gd name="connsiteX10" fmla="*/ 1656347 w 3581400"/>
                <a:gd name="connsiteY10" fmla="*/ 818147 h 2637322"/>
                <a:gd name="connsiteX11" fmla="*/ 732322 w 3581400"/>
                <a:gd name="connsiteY11" fmla="*/ 192505 h 2637322"/>
                <a:gd name="connsiteX12" fmla="*/ 914400 w 3581400"/>
                <a:gd name="connsiteY12" fmla="*/ 1146208 h 2637322"/>
                <a:gd name="connsiteX0" fmla="*/ 914400 w 3581400"/>
                <a:gd name="connsiteY0" fmla="*/ 1146208 h 2637322"/>
                <a:gd name="connsiteX1" fmla="*/ 0 w 3581400"/>
                <a:gd name="connsiteY1" fmla="*/ 1527208 h 2637322"/>
                <a:gd name="connsiteX2" fmla="*/ 1066799 w 3581400"/>
                <a:gd name="connsiteY2" fmla="*/ 1679608 h 2637322"/>
                <a:gd name="connsiteX3" fmla="*/ 1295399 w 3581400"/>
                <a:gd name="connsiteY3" fmla="*/ 2517808 h 2637322"/>
                <a:gd name="connsiteX4" fmla="*/ 1904999 w 3581400"/>
                <a:gd name="connsiteY4" fmla="*/ 1984408 h 2637322"/>
                <a:gd name="connsiteX5" fmla="*/ 2898006 w 3581400"/>
                <a:gd name="connsiteY5" fmla="*/ 2637322 h 2637322"/>
                <a:gd name="connsiteX6" fmla="*/ 2695875 w 3581400"/>
                <a:gd name="connsiteY6" fmla="*/ 1732547 h 2637322"/>
                <a:gd name="connsiteX7" fmla="*/ 3581400 w 3581400"/>
                <a:gd name="connsiteY7" fmla="*/ 1280160 h 2637322"/>
                <a:gd name="connsiteX8" fmla="*/ 2532246 w 3581400"/>
                <a:gd name="connsiteY8" fmla="*/ 1010652 h 2637322"/>
                <a:gd name="connsiteX9" fmla="*/ 2763252 w 3581400"/>
                <a:gd name="connsiteY9" fmla="*/ 0 h 2637322"/>
                <a:gd name="connsiteX10" fmla="*/ 1656347 w 3581400"/>
                <a:gd name="connsiteY10" fmla="*/ 818147 h 2637322"/>
                <a:gd name="connsiteX11" fmla="*/ 732322 w 3581400"/>
                <a:gd name="connsiteY11" fmla="*/ 192505 h 2637322"/>
                <a:gd name="connsiteX12" fmla="*/ 914400 w 3581400"/>
                <a:gd name="connsiteY12" fmla="*/ 1146208 h 2637322"/>
                <a:gd name="connsiteX0" fmla="*/ 914400 w 3581400"/>
                <a:gd name="connsiteY0" fmla="*/ 1146208 h 2637322"/>
                <a:gd name="connsiteX1" fmla="*/ 0 w 3581400"/>
                <a:gd name="connsiteY1" fmla="*/ 1527208 h 2637322"/>
                <a:gd name="connsiteX2" fmla="*/ 1066799 w 3581400"/>
                <a:gd name="connsiteY2" fmla="*/ 1679608 h 2637322"/>
                <a:gd name="connsiteX3" fmla="*/ 1295399 w 3581400"/>
                <a:gd name="connsiteY3" fmla="*/ 2517808 h 2637322"/>
                <a:gd name="connsiteX4" fmla="*/ 1904999 w 3581400"/>
                <a:gd name="connsiteY4" fmla="*/ 1832008 h 2637322"/>
                <a:gd name="connsiteX5" fmla="*/ 2898006 w 3581400"/>
                <a:gd name="connsiteY5" fmla="*/ 2637322 h 2637322"/>
                <a:gd name="connsiteX6" fmla="*/ 2695875 w 3581400"/>
                <a:gd name="connsiteY6" fmla="*/ 1732547 h 2637322"/>
                <a:gd name="connsiteX7" fmla="*/ 3581400 w 3581400"/>
                <a:gd name="connsiteY7" fmla="*/ 1280160 h 2637322"/>
                <a:gd name="connsiteX8" fmla="*/ 2532246 w 3581400"/>
                <a:gd name="connsiteY8" fmla="*/ 1010652 h 2637322"/>
                <a:gd name="connsiteX9" fmla="*/ 2763252 w 3581400"/>
                <a:gd name="connsiteY9" fmla="*/ 0 h 2637322"/>
                <a:gd name="connsiteX10" fmla="*/ 1656347 w 3581400"/>
                <a:gd name="connsiteY10" fmla="*/ 818147 h 2637322"/>
                <a:gd name="connsiteX11" fmla="*/ 732322 w 3581400"/>
                <a:gd name="connsiteY11" fmla="*/ 192505 h 2637322"/>
                <a:gd name="connsiteX12" fmla="*/ 914400 w 3581400"/>
                <a:gd name="connsiteY12" fmla="*/ 1146208 h 2637322"/>
                <a:gd name="connsiteX0" fmla="*/ 914400 w 3581400"/>
                <a:gd name="connsiteY0" fmla="*/ 1146208 h 2517808"/>
                <a:gd name="connsiteX1" fmla="*/ 0 w 3581400"/>
                <a:gd name="connsiteY1" fmla="*/ 1527208 h 2517808"/>
                <a:gd name="connsiteX2" fmla="*/ 1066799 w 3581400"/>
                <a:gd name="connsiteY2" fmla="*/ 1679608 h 2517808"/>
                <a:gd name="connsiteX3" fmla="*/ 1295399 w 3581400"/>
                <a:gd name="connsiteY3" fmla="*/ 2517808 h 2517808"/>
                <a:gd name="connsiteX4" fmla="*/ 1904999 w 3581400"/>
                <a:gd name="connsiteY4" fmla="*/ 1832008 h 2517808"/>
                <a:gd name="connsiteX5" fmla="*/ 2743200 w 3581400"/>
                <a:gd name="connsiteY5" fmla="*/ 2316480 h 2517808"/>
                <a:gd name="connsiteX6" fmla="*/ 2695875 w 3581400"/>
                <a:gd name="connsiteY6" fmla="*/ 1732547 h 2517808"/>
                <a:gd name="connsiteX7" fmla="*/ 3581400 w 3581400"/>
                <a:gd name="connsiteY7" fmla="*/ 1280160 h 2517808"/>
                <a:gd name="connsiteX8" fmla="*/ 2532246 w 3581400"/>
                <a:gd name="connsiteY8" fmla="*/ 1010652 h 2517808"/>
                <a:gd name="connsiteX9" fmla="*/ 2763252 w 3581400"/>
                <a:gd name="connsiteY9" fmla="*/ 0 h 2517808"/>
                <a:gd name="connsiteX10" fmla="*/ 1656347 w 3581400"/>
                <a:gd name="connsiteY10" fmla="*/ 818147 h 2517808"/>
                <a:gd name="connsiteX11" fmla="*/ 732322 w 3581400"/>
                <a:gd name="connsiteY11" fmla="*/ 192505 h 2517808"/>
                <a:gd name="connsiteX12" fmla="*/ 914400 w 3581400"/>
                <a:gd name="connsiteY12" fmla="*/ 1146208 h 2517808"/>
                <a:gd name="connsiteX0" fmla="*/ 914400 w 3581400"/>
                <a:gd name="connsiteY0" fmla="*/ 1146208 h 2517808"/>
                <a:gd name="connsiteX1" fmla="*/ 0 w 3581400"/>
                <a:gd name="connsiteY1" fmla="*/ 1527208 h 2517808"/>
                <a:gd name="connsiteX2" fmla="*/ 1066799 w 3581400"/>
                <a:gd name="connsiteY2" fmla="*/ 1679608 h 2517808"/>
                <a:gd name="connsiteX3" fmla="*/ 1295399 w 3581400"/>
                <a:gd name="connsiteY3" fmla="*/ 2517808 h 2517808"/>
                <a:gd name="connsiteX4" fmla="*/ 1904999 w 3581400"/>
                <a:gd name="connsiteY4" fmla="*/ 1832008 h 2517808"/>
                <a:gd name="connsiteX5" fmla="*/ 2590800 w 3581400"/>
                <a:gd name="connsiteY5" fmla="*/ 2240280 h 2517808"/>
                <a:gd name="connsiteX6" fmla="*/ 2695875 w 3581400"/>
                <a:gd name="connsiteY6" fmla="*/ 1732547 h 2517808"/>
                <a:gd name="connsiteX7" fmla="*/ 3581400 w 3581400"/>
                <a:gd name="connsiteY7" fmla="*/ 1280160 h 2517808"/>
                <a:gd name="connsiteX8" fmla="*/ 2532246 w 3581400"/>
                <a:gd name="connsiteY8" fmla="*/ 1010652 h 2517808"/>
                <a:gd name="connsiteX9" fmla="*/ 2763252 w 3581400"/>
                <a:gd name="connsiteY9" fmla="*/ 0 h 2517808"/>
                <a:gd name="connsiteX10" fmla="*/ 1656347 w 3581400"/>
                <a:gd name="connsiteY10" fmla="*/ 818147 h 2517808"/>
                <a:gd name="connsiteX11" fmla="*/ 732322 w 3581400"/>
                <a:gd name="connsiteY11" fmla="*/ 192505 h 2517808"/>
                <a:gd name="connsiteX12" fmla="*/ 914400 w 3581400"/>
                <a:gd name="connsiteY12" fmla="*/ 1146208 h 2517808"/>
                <a:gd name="connsiteX0" fmla="*/ 914400 w 3581400"/>
                <a:gd name="connsiteY0" fmla="*/ 1146208 h 2517808"/>
                <a:gd name="connsiteX1" fmla="*/ 0 w 3581400"/>
                <a:gd name="connsiteY1" fmla="*/ 1527208 h 2517808"/>
                <a:gd name="connsiteX2" fmla="*/ 1066799 w 3581400"/>
                <a:gd name="connsiteY2" fmla="*/ 1679608 h 2517808"/>
                <a:gd name="connsiteX3" fmla="*/ 1295399 w 3581400"/>
                <a:gd name="connsiteY3" fmla="*/ 2517808 h 2517808"/>
                <a:gd name="connsiteX4" fmla="*/ 1904999 w 3581400"/>
                <a:gd name="connsiteY4" fmla="*/ 1832008 h 2517808"/>
                <a:gd name="connsiteX5" fmla="*/ 2590800 w 3581400"/>
                <a:gd name="connsiteY5" fmla="*/ 2240280 h 2517808"/>
                <a:gd name="connsiteX6" fmla="*/ 2362200 w 3581400"/>
                <a:gd name="connsiteY6" fmla="*/ 1554480 h 2517808"/>
                <a:gd name="connsiteX7" fmla="*/ 3581400 w 3581400"/>
                <a:gd name="connsiteY7" fmla="*/ 1280160 h 2517808"/>
                <a:gd name="connsiteX8" fmla="*/ 2532246 w 3581400"/>
                <a:gd name="connsiteY8" fmla="*/ 1010652 h 2517808"/>
                <a:gd name="connsiteX9" fmla="*/ 2763252 w 3581400"/>
                <a:gd name="connsiteY9" fmla="*/ 0 h 2517808"/>
                <a:gd name="connsiteX10" fmla="*/ 1656347 w 3581400"/>
                <a:gd name="connsiteY10" fmla="*/ 818147 h 2517808"/>
                <a:gd name="connsiteX11" fmla="*/ 732322 w 3581400"/>
                <a:gd name="connsiteY11" fmla="*/ 192505 h 2517808"/>
                <a:gd name="connsiteX12" fmla="*/ 914400 w 3581400"/>
                <a:gd name="connsiteY12" fmla="*/ 1146208 h 2517808"/>
                <a:gd name="connsiteX0" fmla="*/ 914400 w 2971800"/>
                <a:gd name="connsiteY0" fmla="*/ 1146208 h 2517808"/>
                <a:gd name="connsiteX1" fmla="*/ 0 w 2971800"/>
                <a:gd name="connsiteY1" fmla="*/ 1527208 h 2517808"/>
                <a:gd name="connsiteX2" fmla="*/ 1066799 w 2971800"/>
                <a:gd name="connsiteY2" fmla="*/ 1679608 h 2517808"/>
                <a:gd name="connsiteX3" fmla="*/ 1295399 w 2971800"/>
                <a:gd name="connsiteY3" fmla="*/ 2517808 h 2517808"/>
                <a:gd name="connsiteX4" fmla="*/ 1904999 w 2971800"/>
                <a:gd name="connsiteY4" fmla="*/ 1832008 h 2517808"/>
                <a:gd name="connsiteX5" fmla="*/ 2590800 w 2971800"/>
                <a:gd name="connsiteY5" fmla="*/ 2240280 h 2517808"/>
                <a:gd name="connsiteX6" fmla="*/ 2362200 w 2971800"/>
                <a:gd name="connsiteY6" fmla="*/ 1554480 h 2517808"/>
                <a:gd name="connsiteX7" fmla="*/ 2971800 w 2971800"/>
                <a:gd name="connsiteY7" fmla="*/ 1097280 h 2517808"/>
                <a:gd name="connsiteX8" fmla="*/ 2532246 w 2971800"/>
                <a:gd name="connsiteY8" fmla="*/ 1010652 h 2517808"/>
                <a:gd name="connsiteX9" fmla="*/ 2763252 w 2971800"/>
                <a:gd name="connsiteY9" fmla="*/ 0 h 2517808"/>
                <a:gd name="connsiteX10" fmla="*/ 1656347 w 2971800"/>
                <a:gd name="connsiteY10" fmla="*/ 818147 h 2517808"/>
                <a:gd name="connsiteX11" fmla="*/ 732322 w 2971800"/>
                <a:gd name="connsiteY11" fmla="*/ 192505 h 2517808"/>
                <a:gd name="connsiteX12" fmla="*/ 914400 w 2971800"/>
                <a:gd name="connsiteY12" fmla="*/ 1146208 h 251780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532246 w 2971800"/>
                <a:gd name="connsiteY8" fmla="*/ 903972 h 2411128"/>
                <a:gd name="connsiteX9" fmla="*/ 2438400 w 2971800"/>
                <a:gd name="connsiteY9" fmla="*/ 0 h 2411128"/>
                <a:gd name="connsiteX10" fmla="*/ 1656347 w 2971800"/>
                <a:gd name="connsiteY10" fmla="*/ 711467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532246 w 2971800"/>
                <a:gd name="connsiteY8" fmla="*/ 903972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2860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143000 w 2971800"/>
                <a:gd name="connsiteY2" fmla="*/ 1600200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90600 w 2971800"/>
                <a:gd name="connsiteY0" fmla="*/ 990600 h 2411128"/>
                <a:gd name="connsiteX1" fmla="*/ 0 w 2971800"/>
                <a:gd name="connsiteY1" fmla="*/ 1420528 h 2411128"/>
                <a:gd name="connsiteX2" fmla="*/ 1143000 w 2971800"/>
                <a:gd name="connsiteY2" fmla="*/ 1600200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90600 w 2971800"/>
                <a:gd name="connsiteY12" fmla="*/ 990600 h 2411128"/>
                <a:gd name="connsiteX0" fmla="*/ 932848 w 2971800"/>
                <a:gd name="connsiteY0" fmla="*/ 1013059 h 2411128"/>
                <a:gd name="connsiteX1" fmla="*/ 0 w 2971800"/>
                <a:gd name="connsiteY1" fmla="*/ 1420528 h 2411128"/>
                <a:gd name="connsiteX2" fmla="*/ 1143000 w 2971800"/>
                <a:gd name="connsiteY2" fmla="*/ 1600200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32848 w 2971800"/>
                <a:gd name="connsiteY12" fmla="*/ 1013059 h 2411128"/>
                <a:gd name="connsiteX0" fmla="*/ 924025 w 2962977"/>
                <a:gd name="connsiteY0" fmla="*/ 1013059 h 2411128"/>
                <a:gd name="connsiteX1" fmla="*/ 0 w 2962977"/>
                <a:gd name="connsiteY1" fmla="*/ 1428549 h 2411128"/>
                <a:gd name="connsiteX2" fmla="*/ 1134177 w 2962977"/>
                <a:gd name="connsiteY2" fmla="*/ 1600200 h 2411128"/>
                <a:gd name="connsiteX3" fmla="*/ 1286576 w 2962977"/>
                <a:gd name="connsiteY3" fmla="*/ 2411128 h 2411128"/>
                <a:gd name="connsiteX4" fmla="*/ 1743777 w 2962977"/>
                <a:gd name="connsiteY4" fmla="*/ 1752600 h 2411128"/>
                <a:gd name="connsiteX5" fmla="*/ 2581977 w 2962977"/>
                <a:gd name="connsiteY5" fmla="*/ 2133600 h 2411128"/>
                <a:gd name="connsiteX6" fmla="*/ 2353377 w 2962977"/>
                <a:gd name="connsiteY6" fmla="*/ 1371600 h 2411128"/>
                <a:gd name="connsiteX7" fmla="*/ 2962977 w 2962977"/>
                <a:gd name="connsiteY7" fmla="*/ 990600 h 2411128"/>
                <a:gd name="connsiteX8" fmla="*/ 2200977 w 2962977"/>
                <a:gd name="connsiteY8" fmla="*/ 838200 h 2411128"/>
                <a:gd name="connsiteX9" fmla="*/ 2429577 w 2962977"/>
                <a:gd name="connsiteY9" fmla="*/ 0 h 2411128"/>
                <a:gd name="connsiteX10" fmla="*/ 1591377 w 2962977"/>
                <a:gd name="connsiteY10" fmla="*/ 685800 h 2411128"/>
                <a:gd name="connsiteX11" fmla="*/ 723499 w 2962977"/>
                <a:gd name="connsiteY11" fmla="*/ 85825 h 2411128"/>
                <a:gd name="connsiteX12" fmla="*/ 924025 w 2962977"/>
                <a:gd name="connsiteY12" fmla="*/ 1013059 h 2411128"/>
                <a:gd name="connsiteX0" fmla="*/ 886326 w 2925278"/>
                <a:gd name="connsiteY0" fmla="*/ 1013059 h 2411128"/>
                <a:gd name="connsiteX1" fmla="*/ 0 w 2925278"/>
                <a:gd name="connsiteY1" fmla="*/ 1436570 h 2411128"/>
                <a:gd name="connsiteX2" fmla="*/ 1096478 w 2925278"/>
                <a:gd name="connsiteY2" fmla="*/ 1600200 h 2411128"/>
                <a:gd name="connsiteX3" fmla="*/ 1248877 w 2925278"/>
                <a:gd name="connsiteY3" fmla="*/ 2411128 h 2411128"/>
                <a:gd name="connsiteX4" fmla="*/ 1706078 w 2925278"/>
                <a:gd name="connsiteY4" fmla="*/ 1752600 h 2411128"/>
                <a:gd name="connsiteX5" fmla="*/ 2544278 w 2925278"/>
                <a:gd name="connsiteY5" fmla="*/ 2133600 h 2411128"/>
                <a:gd name="connsiteX6" fmla="*/ 2315678 w 2925278"/>
                <a:gd name="connsiteY6" fmla="*/ 1371600 h 2411128"/>
                <a:gd name="connsiteX7" fmla="*/ 2925278 w 2925278"/>
                <a:gd name="connsiteY7" fmla="*/ 990600 h 2411128"/>
                <a:gd name="connsiteX8" fmla="*/ 2163278 w 2925278"/>
                <a:gd name="connsiteY8" fmla="*/ 838200 h 2411128"/>
                <a:gd name="connsiteX9" fmla="*/ 2391878 w 2925278"/>
                <a:gd name="connsiteY9" fmla="*/ 0 h 2411128"/>
                <a:gd name="connsiteX10" fmla="*/ 1553678 w 2925278"/>
                <a:gd name="connsiteY10" fmla="*/ 685800 h 2411128"/>
                <a:gd name="connsiteX11" fmla="*/ 685800 w 2925278"/>
                <a:gd name="connsiteY11" fmla="*/ 85825 h 2411128"/>
                <a:gd name="connsiteX12" fmla="*/ 886326 w 2925278"/>
                <a:gd name="connsiteY12" fmla="*/ 1013059 h 2411128"/>
                <a:gd name="connsiteX0" fmla="*/ 886326 w 2925278"/>
                <a:gd name="connsiteY0" fmla="*/ 1013059 h 2411128"/>
                <a:gd name="connsiteX1" fmla="*/ 0 w 2925278"/>
                <a:gd name="connsiteY1" fmla="*/ 1436570 h 2411128"/>
                <a:gd name="connsiteX2" fmla="*/ 1096478 w 2925278"/>
                <a:gd name="connsiteY2" fmla="*/ 1600200 h 2411128"/>
                <a:gd name="connsiteX3" fmla="*/ 1248877 w 2925278"/>
                <a:gd name="connsiteY3" fmla="*/ 2411128 h 2411128"/>
                <a:gd name="connsiteX4" fmla="*/ 1706078 w 2925278"/>
                <a:gd name="connsiteY4" fmla="*/ 1752600 h 2411128"/>
                <a:gd name="connsiteX5" fmla="*/ 2544278 w 2925278"/>
                <a:gd name="connsiteY5" fmla="*/ 2133600 h 2411128"/>
                <a:gd name="connsiteX6" fmla="*/ 2315678 w 2925278"/>
                <a:gd name="connsiteY6" fmla="*/ 1371600 h 2411128"/>
                <a:gd name="connsiteX7" fmla="*/ 2925278 w 2925278"/>
                <a:gd name="connsiteY7" fmla="*/ 990600 h 2411128"/>
                <a:gd name="connsiteX8" fmla="*/ 2163278 w 2925278"/>
                <a:gd name="connsiteY8" fmla="*/ 838200 h 2411128"/>
                <a:gd name="connsiteX9" fmla="*/ 2391878 w 2925278"/>
                <a:gd name="connsiteY9" fmla="*/ 0 h 2411128"/>
                <a:gd name="connsiteX10" fmla="*/ 1553678 w 2925278"/>
                <a:gd name="connsiteY10" fmla="*/ 685800 h 2411128"/>
                <a:gd name="connsiteX11" fmla="*/ 702644 w 2925278"/>
                <a:gd name="connsiteY11" fmla="*/ 118711 h 2411128"/>
                <a:gd name="connsiteX12" fmla="*/ 886326 w 2925278"/>
                <a:gd name="connsiteY12" fmla="*/ 1013059 h 2411128"/>
                <a:gd name="connsiteX0" fmla="*/ 886326 w 2925278"/>
                <a:gd name="connsiteY0" fmla="*/ 1013059 h 2411128"/>
                <a:gd name="connsiteX1" fmla="*/ 0 w 2925278"/>
                <a:gd name="connsiteY1" fmla="*/ 1436570 h 2411128"/>
                <a:gd name="connsiteX2" fmla="*/ 1096478 w 2925278"/>
                <a:gd name="connsiteY2" fmla="*/ 1600200 h 2411128"/>
                <a:gd name="connsiteX3" fmla="*/ 1248877 w 2925278"/>
                <a:gd name="connsiteY3" fmla="*/ 2411128 h 2411128"/>
                <a:gd name="connsiteX4" fmla="*/ 1706078 w 2925278"/>
                <a:gd name="connsiteY4" fmla="*/ 1752600 h 2411128"/>
                <a:gd name="connsiteX5" fmla="*/ 2544278 w 2925278"/>
                <a:gd name="connsiteY5" fmla="*/ 2133600 h 2411128"/>
                <a:gd name="connsiteX6" fmla="*/ 2315678 w 2925278"/>
                <a:gd name="connsiteY6" fmla="*/ 1371600 h 2411128"/>
                <a:gd name="connsiteX7" fmla="*/ 2925278 w 2925278"/>
                <a:gd name="connsiteY7" fmla="*/ 990600 h 2411128"/>
                <a:gd name="connsiteX8" fmla="*/ 2163278 w 2925278"/>
                <a:gd name="connsiteY8" fmla="*/ 838200 h 2411128"/>
                <a:gd name="connsiteX9" fmla="*/ 2391878 w 2925278"/>
                <a:gd name="connsiteY9" fmla="*/ 0 h 2411128"/>
                <a:gd name="connsiteX10" fmla="*/ 1495926 w 2925278"/>
                <a:gd name="connsiteY10" fmla="*/ 637674 h 2411128"/>
                <a:gd name="connsiteX11" fmla="*/ 702644 w 2925278"/>
                <a:gd name="connsiteY11" fmla="*/ 118711 h 2411128"/>
                <a:gd name="connsiteX12" fmla="*/ 886326 w 2925278"/>
                <a:gd name="connsiteY12" fmla="*/ 1013059 h 2411128"/>
                <a:gd name="connsiteX0" fmla="*/ 886326 w 2925278"/>
                <a:gd name="connsiteY0" fmla="*/ 1061185 h 2459254"/>
                <a:gd name="connsiteX1" fmla="*/ 0 w 2925278"/>
                <a:gd name="connsiteY1" fmla="*/ 1484696 h 2459254"/>
                <a:gd name="connsiteX2" fmla="*/ 1096478 w 2925278"/>
                <a:gd name="connsiteY2" fmla="*/ 1648326 h 2459254"/>
                <a:gd name="connsiteX3" fmla="*/ 1248877 w 2925278"/>
                <a:gd name="connsiteY3" fmla="*/ 2459254 h 2459254"/>
                <a:gd name="connsiteX4" fmla="*/ 1706078 w 2925278"/>
                <a:gd name="connsiteY4" fmla="*/ 1800726 h 2459254"/>
                <a:gd name="connsiteX5" fmla="*/ 2544278 w 2925278"/>
                <a:gd name="connsiteY5" fmla="*/ 2181726 h 2459254"/>
                <a:gd name="connsiteX6" fmla="*/ 2315678 w 2925278"/>
                <a:gd name="connsiteY6" fmla="*/ 1419726 h 2459254"/>
                <a:gd name="connsiteX7" fmla="*/ 2925278 w 2925278"/>
                <a:gd name="connsiteY7" fmla="*/ 1038726 h 2459254"/>
                <a:gd name="connsiteX8" fmla="*/ 2163278 w 2925278"/>
                <a:gd name="connsiteY8" fmla="*/ 886326 h 2459254"/>
                <a:gd name="connsiteX9" fmla="*/ 2391878 w 2925278"/>
                <a:gd name="connsiteY9" fmla="*/ 0 h 2459254"/>
                <a:gd name="connsiteX10" fmla="*/ 1495926 w 2925278"/>
                <a:gd name="connsiteY10" fmla="*/ 685800 h 2459254"/>
                <a:gd name="connsiteX11" fmla="*/ 702644 w 2925278"/>
                <a:gd name="connsiteY11" fmla="*/ 166837 h 2459254"/>
                <a:gd name="connsiteX12" fmla="*/ 886326 w 2925278"/>
                <a:gd name="connsiteY12" fmla="*/ 1061185 h 2459254"/>
                <a:gd name="connsiteX0" fmla="*/ 886326 w 2925278"/>
                <a:gd name="connsiteY0" fmla="*/ 1061185 h 2459254"/>
                <a:gd name="connsiteX1" fmla="*/ 0 w 2925278"/>
                <a:gd name="connsiteY1" fmla="*/ 1484696 h 2459254"/>
                <a:gd name="connsiteX2" fmla="*/ 1096478 w 2925278"/>
                <a:gd name="connsiteY2" fmla="*/ 1648326 h 2459254"/>
                <a:gd name="connsiteX3" fmla="*/ 1248877 w 2925278"/>
                <a:gd name="connsiteY3" fmla="*/ 2459254 h 2459254"/>
                <a:gd name="connsiteX4" fmla="*/ 1706078 w 2925278"/>
                <a:gd name="connsiteY4" fmla="*/ 1800726 h 2459254"/>
                <a:gd name="connsiteX5" fmla="*/ 2544278 w 2925278"/>
                <a:gd name="connsiteY5" fmla="*/ 2181726 h 2459254"/>
                <a:gd name="connsiteX6" fmla="*/ 2315678 w 2925278"/>
                <a:gd name="connsiteY6" fmla="*/ 1419726 h 2459254"/>
                <a:gd name="connsiteX7" fmla="*/ 2925278 w 2925278"/>
                <a:gd name="connsiteY7" fmla="*/ 1038726 h 2459254"/>
                <a:gd name="connsiteX8" fmla="*/ 2221029 w 2925278"/>
                <a:gd name="connsiteY8" fmla="*/ 847825 h 2459254"/>
                <a:gd name="connsiteX9" fmla="*/ 2391878 w 2925278"/>
                <a:gd name="connsiteY9" fmla="*/ 0 h 2459254"/>
                <a:gd name="connsiteX10" fmla="*/ 1495926 w 2925278"/>
                <a:gd name="connsiteY10" fmla="*/ 685800 h 2459254"/>
                <a:gd name="connsiteX11" fmla="*/ 702644 w 2925278"/>
                <a:gd name="connsiteY11" fmla="*/ 166837 h 2459254"/>
                <a:gd name="connsiteX12" fmla="*/ 886326 w 2925278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06078 w 3040781"/>
                <a:gd name="connsiteY4" fmla="*/ 1800726 h 2459254"/>
                <a:gd name="connsiteX5" fmla="*/ 2544278 w 3040781"/>
                <a:gd name="connsiteY5" fmla="*/ 2181726 h 2459254"/>
                <a:gd name="connsiteX6" fmla="*/ 2315678 w 3040781"/>
                <a:gd name="connsiteY6" fmla="*/ 1419726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06078 w 3040781"/>
                <a:gd name="connsiteY4" fmla="*/ 1800726 h 2459254"/>
                <a:gd name="connsiteX5" fmla="*/ 2544278 w 3040781"/>
                <a:gd name="connsiteY5" fmla="*/ 2210602 h 2459254"/>
                <a:gd name="connsiteX6" fmla="*/ 2315678 w 3040781"/>
                <a:gd name="connsiteY6" fmla="*/ 1419726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06078 w 3040781"/>
                <a:gd name="connsiteY4" fmla="*/ 1800726 h 2459254"/>
                <a:gd name="connsiteX5" fmla="*/ 2544278 w 3040781"/>
                <a:gd name="connsiteY5" fmla="*/ 2210602 h 2459254"/>
                <a:gd name="connsiteX6" fmla="*/ 2354179 w 3040781"/>
                <a:gd name="connsiteY6" fmla="*/ 1410101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25328 w 3040781"/>
                <a:gd name="connsiteY4" fmla="*/ 1839227 h 2459254"/>
                <a:gd name="connsiteX5" fmla="*/ 2544278 w 3040781"/>
                <a:gd name="connsiteY5" fmla="*/ 2210602 h 2459254"/>
                <a:gd name="connsiteX6" fmla="*/ 2354179 w 3040781"/>
                <a:gd name="connsiteY6" fmla="*/ 1410101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555506"/>
                <a:gd name="connsiteX1" fmla="*/ 0 w 3040781"/>
                <a:gd name="connsiteY1" fmla="*/ 1484696 h 2555506"/>
                <a:gd name="connsiteX2" fmla="*/ 1096478 w 3040781"/>
                <a:gd name="connsiteY2" fmla="*/ 1648326 h 2555506"/>
                <a:gd name="connsiteX3" fmla="*/ 1258502 w 3040781"/>
                <a:gd name="connsiteY3" fmla="*/ 2555506 h 2555506"/>
                <a:gd name="connsiteX4" fmla="*/ 1725328 w 3040781"/>
                <a:gd name="connsiteY4" fmla="*/ 1839227 h 2555506"/>
                <a:gd name="connsiteX5" fmla="*/ 2544278 w 3040781"/>
                <a:gd name="connsiteY5" fmla="*/ 2210602 h 2555506"/>
                <a:gd name="connsiteX6" fmla="*/ 2354179 w 3040781"/>
                <a:gd name="connsiteY6" fmla="*/ 1410101 h 2555506"/>
                <a:gd name="connsiteX7" fmla="*/ 3040781 w 3040781"/>
                <a:gd name="connsiteY7" fmla="*/ 1057976 h 2555506"/>
                <a:gd name="connsiteX8" fmla="*/ 2221029 w 3040781"/>
                <a:gd name="connsiteY8" fmla="*/ 847825 h 2555506"/>
                <a:gd name="connsiteX9" fmla="*/ 2391878 w 3040781"/>
                <a:gd name="connsiteY9" fmla="*/ 0 h 2555506"/>
                <a:gd name="connsiteX10" fmla="*/ 1495926 w 3040781"/>
                <a:gd name="connsiteY10" fmla="*/ 685800 h 2555506"/>
                <a:gd name="connsiteX11" fmla="*/ 702644 w 3040781"/>
                <a:gd name="connsiteY11" fmla="*/ 166837 h 2555506"/>
                <a:gd name="connsiteX12" fmla="*/ 886326 w 3040781"/>
                <a:gd name="connsiteY12" fmla="*/ 1061185 h 2555506"/>
                <a:gd name="connsiteX0" fmla="*/ 953702 w 3108157"/>
                <a:gd name="connsiteY0" fmla="*/ 1061185 h 2555506"/>
                <a:gd name="connsiteX1" fmla="*/ 0 w 3108157"/>
                <a:gd name="connsiteY1" fmla="*/ 1513572 h 2555506"/>
                <a:gd name="connsiteX2" fmla="*/ 1163854 w 3108157"/>
                <a:gd name="connsiteY2" fmla="*/ 1648326 h 2555506"/>
                <a:gd name="connsiteX3" fmla="*/ 1325878 w 3108157"/>
                <a:gd name="connsiteY3" fmla="*/ 2555506 h 2555506"/>
                <a:gd name="connsiteX4" fmla="*/ 1792704 w 3108157"/>
                <a:gd name="connsiteY4" fmla="*/ 1839227 h 2555506"/>
                <a:gd name="connsiteX5" fmla="*/ 2611654 w 3108157"/>
                <a:gd name="connsiteY5" fmla="*/ 2210602 h 2555506"/>
                <a:gd name="connsiteX6" fmla="*/ 2421555 w 3108157"/>
                <a:gd name="connsiteY6" fmla="*/ 1410101 h 2555506"/>
                <a:gd name="connsiteX7" fmla="*/ 3108157 w 3108157"/>
                <a:gd name="connsiteY7" fmla="*/ 1057976 h 2555506"/>
                <a:gd name="connsiteX8" fmla="*/ 2288405 w 3108157"/>
                <a:gd name="connsiteY8" fmla="*/ 847825 h 2555506"/>
                <a:gd name="connsiteX9" fmla="*/ 2459254 w 3108157"/>
                <a:gd name="connsiteY9" fmla="*/ 0 h 2555506"/>
                <a:gd name="connsiteX10" fmla="*/ 1563302 w 3108157"/>
                <a:gd name="connsiteY10" fmla="*/ 685800 h 2555506"/>
                <a:gd name="connsiteX11" fmla="*/ 770020 w 3108157"/>
                <a:gd name="connsiteY11" fmla="*/ 166837 h 2555506"/>
                <a:gd name="connsiteX12" fmla="*/ 953702 w 3108157"/>
                <a:gd name="connsiteY12" fmla="*/ 1061185 h 2555506"/>
                <a:gd name="connsiteX0" fmla="*/ 972953 w 3108157"/>
                <a:gd name="connsiteY0" fmla="*/ 1090061 h 2555506"/>
                <a:gd name="connsiteX1" fmla="*/ 0 w 3108157"/>
                <a:gd name="connsiteY1" fmla="*/ 1513572 h 2555506"/>
                <a:gd name="connsiteX2" fmla="*/ 1163854 w 3108157"/>
                <a:gd name="connsiteY2" fmla="*/ 1648326 h 2555506"/>
                <a:gd name="connsiteX3" fmla="*/ 1325878 w 3108157"/>
                <a:gd name="connsiteY3" fmla="*/ 2555506 h 2555506"/>
                <a:gd name="connsiteX4" fmla="*/ 1792704 w 3108157"/>
                <a:gd name="connsiteY4" fmla="*/ 1839227 h 2555506"/>
                <a:gd name="connsiteX5" fmla="*/ 2611654 w 3108157"/>
                <a:gd name="connsiteY5" fmla="*/ 2210602 h 2555506"/>
                <a:gd name="connsiteX6" fmla="*/ 2421555 w 3108157"/>
                <a:gd name="connsiteY6" fmla="*/ 1410101 h 2555506"/>
                <a:gd name="connsiteX7" fmla="*/ 3108157 w 3108157"/>
                <a:gd name="connsiteY7" fmla="*/ 1057976 h 2555506"/>
                <a:gd name="connsiteX8" fmla="*/ 2288405 w 3108157"/>
                <a:gd name="connsiteY8" fmla="*/ 847825 h 2555506"/>
                <a:gd name="connsiteX9" fmla="*/ 2459254 w 3108157"/>
                <a:gd name="connsiteY9" fmla="*/ 0 h 2555506"/>
                <a:gd name="connsiteX10" fmla="*/ 1563302 w 3108157"/>
                <a:gd name="connsiteY10" fmla="*/ 685800 h 2555506"/>
                <a:gd name="connsiteX11" fmla="*/ 770020 w 3108157"/>
                <a:gd name="connsiteY11" fmla="*/ 166837 h 2555506"/>
                <a:gd name="connsiteX12" fmla="*/ 972953 w 3108157"/>
                <a:gd name="connsiteY12" fmla="*/ 1090061 h 2555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08157" h="2555506">
                  <a:moveTo>
                    <a:pt x="972953" y="1090061"/>
                  </a:moveTo>
                  <a:lnTo>
                    <a:pt x="0" y="1513572"/>
                  </a:lnTo>
                  <a:lnTo>
                    <a:pt x="1163854" y="1648326"/>
                  </a:lnTo>
                  <a:lnTo>
                    <a:pt x="1325878" y="2555506"/>
                  </a:lnTo>
                  <a:lnTo>
                    <a:pt x="1792704" y="1839227"/>
                  </a:lnTo>
                  <a:lnTo>
                    <a:pt x="2611654" y="2210602"/>
                  </a:lnTo>
                  <a:lnTo>
                    <a:pt x="2421555" y="1410101"/>
                  </a:lnTo>
                  <a:lnTo>
                    <a:pt x="3108157" y="1057976"/>
                  </a:lnTo>
                  <a:lnTo>
                    <a:pt x="2288405" y="847825"/>
                  </a:lnTo>
                  <a:lnTo>
                    <a:pt x="2459254" y="0"/>
                  </a:lnTo>
                  <a:lnTo>
                    <a:pt x="1563302" y="685800"/>
                  </a:lnTo>
                  <a:lnTo>
                    <a:pt x="770020" y="166837"/>
                  </a:lnTo>
                  <a:lnTo>
                    <a:pt x="972953" y="1090061"/>
                  </a:lnTo>
                  <a:close/>
                </a:path>
              </a:pathLst>
            </a:cu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90" name="Freeform 189"/>
            <p:cNvSpPr/>
            <p:nvPr/>
          </p:nvSpPr>
          <p:spPr bwMode="auto">
            <a:xfrm>
              <a:off x="1114125" y="4076300"/>
              <a:ext cx="2535453" cy="2084633"/>
            </a:xfrm>
            <a:custGeom>
              <a:avLst/>
              <a:gdLst>
                <a:gd name="connsiteX0" fmla="*/ 1549667 w 3830855"/>
                <a:gd name="connsiteY0" fmla="*/ 1135781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232034 w 3830855"/>
                <a:gd name="connsiteY12" fmla="*/ 1280160 h 3051208"/>
                <a:gd name="connsiteX13" fmla="*/ 1549667 w 3830855"/>
                <a:gd name="connsiteY13" fmla="*/ 1135781 h 3051208"/>
                <a:gd name="connsiteX0" fmla="*/ 1232034 w 3830855"/>
                <a:gd name="connsiteY0" fmla="*/ 1280160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232034 w 3830855"/>
                <a:gd name="connsiteY12" fmla="*/ 1280160 h 3051208"/>
                <a:gd name="connsiteX0" fmla="*/ 1163855 w 3830855"/>
                <a:gd name="connsiteY0" fmla="*/ 1146208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163855 w 3830855"/>
                <a:gd name="connsiteY12" fmla="*/ 1146208 h 3051208"/>
                <a:gd name="connsiteX0" fmla="*/ 914400 w 3581400"/>
                <a:gd name="connsiteY0" fmla="*/ 1146208 h 3051208"/>
                <a:gd name="connsiteX1" fmla="*/ 0 w 3581400"/>
                <a:gd name="connsiteY1" fmla="*/ 1527208 h 3051208"/>
                <a:gd name="connsiteX2" fmla="*/ 1184709 w 3581400"/>
                <a:gd name="connsiteY2" fmla="*/ 2002054 h 3051208"/>
                <a:gd name="connsiteX3" fmla="*/ 1425341 w 3581400"/>
                <a:gd name="connsiteY3" fmla="*/ 3051208 h 3051208"/>
                <a:gd name="connsiteX4" fmla="*/ 1964355 w 3581400"/>
                <a:gd name="connsiteY4" fmla="*/ 2233061 h 3051208"/>
                <a:gd name="connsiteX5" fmla="*/ 2898006 w 3581400"/>
                <a:gd name="connsiteY5" fmla="*/ 2637322 h 3051208"/>
                <a:gd name="connsiteX6" fmla="*/ 2695875 w 3581400"/>
                <a:gd name="connsiteY6" fmla="*/ 1732547 h 3051208"/>
                <a:gd name="connsiteX7" fmla="*/ 3581400 w 3581400"/>
                <a:gd name="connsiteY7" fmla="*/ 1280160 h 3051208"/>
                <a:gd name="connsiteX8" fmla="*/ 2532246 w 3581400"/>
                <a:gd name="connsiteY8" fmla="*/ 1010652 h 3051208"/>
                <a:gd name="connsiteX9" fmla="*/ 2763252 w 3581400"/>
                <a:gd name="connsiteY9" fmla="*/ 0 h 3051208"/>
                <a:gd name="connsiteX10" fmla="*/ 1656347 w 3581400"/>
                <a:gd name="connsiteY10" fmla="*/ 818147 h 3051208"/>
                <a:gd name="connsiteX11" fmla="*/ 732322 w 3581400"/>
                <a:gd name="connsiteY11" fmla="*/ 192505 h 3051208"/>
                <a:gd name="connsiteX12" fmla="*/ 914400 w 3581400"/>
                <a:gd name="connsiteY12" fmla="*/ 1146208 h 3051208"/>
                <a:gd name="connsiteX0" fmla="*/ 914400 w 3581400"/>
                <a:gd name="connsiteY0" fmla="*/ 1146208 h 3051208"/>
                <a:gd name="connsiteX1" fmla="*/ 0 w 3581400"/>
                <a:gd name="connsiteY1" fmla="*/ 1527208 h 3051208"/>
                <a:gd name="connsiteX2" fmla="*/ 1066799 w 3581400"/>
                <a:gd name="connsiteY2" fmla="*/ 1679608 h 3051208"/>
                <a:gd name="connsiteX3" fmla="*/ 1425341 w 3581400"/>
                <a:gd name="connsiteY3" fmla="*/ 3051208 h 3051208"/>
                <a:gd name="connsiteX4" fmla="*/ 1964355 w 3581400"/>
                <a:gd name="connsiteY4" fmla="*/ 2233061 h 3051208"/>
                <a:gd name="connsiteX5" fmla="*/ 2898006 w 3581400"/>
                <a:gd name="connsiteY5" fmla="*/ 2637322 h 3051208"/>
                <a:gd name="connsiteX6" fmla="*/ 2695875 w 3581400"/>
                <a:gd name="connsiteY6" fmla="*/ 1732547 h 3051208"/>
                <a:gd name="connsiteX7" fmla="*/ 3581400 w 3581400"/>
                <a:gd name="connsiteY7" fmla="*/ 1280160 h 3051208"/>
                <a:gd name="connsiteX8" fmla="*/ 2532246 w 3581400"/>
                <a:gd name="connsiteY8" fmla="*/ 1010652 h 3051208"/>
                <a:gd name="connsiteX9" fmla="*/ 2763252 w 3581400"/>
                <a:gd name="connsiteY9" fmla="*/ 0 h 3051208"/>
                <a:gd name="connsiteX10" fmla="*/ 1656347 w 3581400"/>
                <a:gd name="connsiteY10" fmla="*/ 818147 h 3051208"/>
                <a:gd name="connsiteX11" fmla="*/ 732322 w 3581400"/>
                <a:gd name="connsiteY11" fmla="*/ 192505 h 3051208"/>
                <a:gd name="connsiteX12" fmla="*/ 914400 w 3581400"/>
                <a:gd name="connsiteY12" fmla="*/ 1146208 h 3051208"/>
                <a:gd name="connsiteX0" fmla="*/ 914400 w 3581400"/>
                <a:gd name="connsiteY0" fmla="*/ 1146208 h 2637322"/>
                <a:gd name="connsiteX1" fmla="*/ 0 w 3581400"/>
                <a:gd name="connsiteY1" fmla="*/ 1527208 h 2637322"/>
                <a:gd name="connsiteX2" fmla="*/ 1066799 w 3581400"/>
                <a:gd name="connsiteY2" fmla="*/ 1679608 h 2637322"/>
                <a:gd name="connsiteX3" fmla="*/ 1295399 w 3581400"/>
                <a:gd name="connsiteY3" fmla="*/ 2517808 h 2637322"/>
                <a:gd name="connsiteX4" fmla="*/ 1964355 w 3581400"/>
                <a:gd name="connsiteY4" fmla="*/ 2233061 h 2637322"/>
                <a:gd name="connsiteX5" fmla="*/ 2898006 w 3581400"/>
                <a:gd name="connsiteY5" fmla="*/ 2637322 h 2637322"/>
                <a:gd name="connsiteX6" fmla="*/ 2695875 w 3581400"/>
                <a:gd name="connsiteY6" fmla="*/ 1732547 h 2637322"/>
                <a:gd name="connsiteX7" fmla="*/ 3581400 w 3581400"/>
                <a:gd name="connsiteY7" fmla="*/ 1280160 h 2637322"/>
                <a:gd name="connsiteX8" fmla="*/ 2532246 w 3581400"/>
                <a:gd name="connsiteY8" fmla="*/ 1010652 h 2637322"/>
                <a:gd name="connsiteX9" fmla="*/ 2763252 w 3581400"/>
                <a:gd name="connsiteY9" fmla="*/ 0 h 2637322"/>
                <a:gd name="connsiteX10" fmla="*/ 1656347 w 3581400"/>
                <a:gd name="connsiteY10" fmla="*/ 818147 h 2637322"/>
                <a:gd name="connsiteX11" fmla="*/ 732322 w 3581400"/>
                <a:gd name="connsiteY11" fmla="*/ 192505 h 2637322"/>
                <a:gd name="connsiteX12" fmla="*/ 914400 w 3581400"/>
                <a:gd name="connsiteY12" fmla="*/ 1146208 h 2637322"/>
                <a:gd name="connsiteX0" fmla="*/ 914400 w 3581400"/>
                <a:gd name="connsiteY0" fmla="*/ 1146208 h 2637322"/>
                <a:gd name="connsiteX1" fmla="*/ 0 w 3581400"/>
                <a:gd name="connsiteY1" fmla="*/ 1527208 h 2637322"/>
                <a:gd name="connsiteX2" fmla="*/ 1066799 w 3581400"/>
                <a:gd name="connsiteY2" fmla="*/ 1679608 h 2637322"/>
                <a:gd name="connsiteX3" fmla="*/ 1295399 w 3581400"/>
                <a:gd name="connsiteY3" fmla="*/ 2517808 h 2637322"/>
                <a:gd name="connsiteX4" fmla="*/ 1904999 w 3581400"/>
                <a:gd name="connsiteY4" fmla="*/ 1984408 h 2637322"/>
                <a:gd name="connsiteX5" fmla="*/ 2898006 w 3581400"/>
                <a:gd name="connsiteY5" fmla="*/ 2637322 h 2637322"/>
                <a:gd name="connsiteX6" fmla="*/ 2695875 w 3581400"/>
                <a:gd name="connsiteY6" fmla="*/ 1732547 h 2637322"/>
                <a:gd name="connsiteX7" fmla="*/ 3581400 w 3581400"/>
                <a:gd name="connsiteY7" fmla="*/ 1280160 h 2637322"/>
                <a:gd name="connsiteX8" fmla="*/ 2532246 w 3581400"/>
                <a:gd name="connsiteY8" fmla="*/ 1010652 h 2637322"/>
                <a:gd name="connsiteX9" fmla="*/ 2763252 w 3581400"/>
                <a:gd name="connsiteY9" fmla="*/ 0 h 2637322"/>
                <a:gd name="connsiteX10" fmla="*/ 1656347 w 3581400"/>
                <a:gd name="connsiteY10" fmla="*/ 818147 h 2637322"/>
                <a:gd name="connsiteX11" fmla="*/ 732322 w 3581400"/>
                <a:gd name="connsiteY11" fmla="*/ 192505 h 2637322"/>
                <a:gd name="connsiteX12" fmla="*/ 914400 w 3581400"/>
                <a:gd name="connsiteY12" fmla="*/ 1146208 h 2637322"/>
                <a:gd name="connsiteX0" fmla="*/ 914400 w 3581400"/>
                <a:gd name="connsiteY0" fmla="*/ 1146208 h 2637322"/>
                <a:gd name="connsiteX1" fmla="*/ 0 w 3581400"/>
                <a:gd name="connsiteY1" fmla="*/ 1527208 h 2637322"/>
                <a:gd name="connsiteX2" fmla="*/ 1066799 w 3581400"/>
                <a:gd name="connsiteY2" fmla="*/ 1679608 h 2637322"/>
                <a:gd name="connsiteX3" fmla="*/ 1295399 w 3581400"/>
                <a:gd name="connsiteY3" fmla="*/ 2517808 h 2637322"/>
                <a:gd name="connsiteX4" fmla="*/ 1904999 w 3581400"/>
                <a:gd name="connsiteY4" fmla="*/ 1832008 h 2637322"/>
                <a:gd name="connsiteX5" fmla="*/ 2898006 w 3581400"/>
                <a:gd name="connsiteY5" fmla="*/ 2637322 h 2637322"/>
                <a:gd name="connsiteX6" fmla="*/ 2695875 w 3581400"/>
                <a:gd name="connsiteY6" fmla="*/ 1732547 h 2637322"/>
                <a:gd name="connsiteX7" fmla="*/ 3581400 w 3581400"/>
                <a:gd name="connsiteY7" fmla="*/ 1280160 h 2637322"/>
                <a:gd name="connsiteX8" fmla="*/ 2532246 w 3581400"/>
                <a:gd name="connsiteY8" fmla="*/ 1010652 h 2637322"/>
                <a:gd name="connsiteX9" fmla="*/ 2763252 w 3581400"/>
                <a:gd name="connsiteY9" fmla="*/ 0 h 2637322"/>
                <a:gd name="connsiteX10" fmla="*/ 1656347 w 3581400"/>
                <a:gd name="connsiteY10" fmla="*/ 818147 h 2637322"/>
                <a:gd name="connsiteX11" fmla="*/ 732322 w 3581400"/>
                <a:gd name="connsiteY11" fmla="*/ 192505 h 2637322"/>
                <a:gd name="connsiteX12" fmla="*/ 914400 w 3581400"/>
                <a:gd name="connsiteY12" fmla="*/ 1146208 h 2637322"/>
                <a:gd name="connsiteX0" fmla="*/ 914400 w 3581400"/>
                <a:gd name="connsiteY0" fmla="*/ 1146208 h 2517808"/>
                <a:gd name="connsiteX1" fmla="*/ 0 w 3581400"/>
                <a:gd name="connsiteY1" fmla="*/ 1527208 h 2517808"/>
                <a:gd name="connsiteX2" fmla="*/ 1066799 w 3581400"/>
                <a:gd name="connsiteY2" fmla="*/ 1679608 h 2517808"/>
                <a:gd name="connsiteX3" fmla="*/ 1295399 w 3581400"/>
                <a:gd name="connsiteY3" fmla="*/ 2517808 h 2517808"/>
                <a:gd name="connsiteX4" fmla="*/ 1904999 w 3581400"/>
                <a:gd name="connsiteY4" fmla="*/ 1832008 h 2517808"/>
                <a:gd name="connsiteX5" fmla="*/ 2743200 w 3581400"/>
                <a:gd name="connsiteY5" fmla="*/ 2316480 h 2517808"/>
                <a:gd name="connsiteX6" fmla="*/ 2695875 w 3581400"/>
                <a:gd name="connsiteY6" fmla="*/ 1732547 h 2517808"/>
                <a:gd name="connsiteX7" fmla="*/ 3581400 w 3581400"/>
                <a:gd name="connsiteY7" fmla="*/ 1280160 h 2517808"/>
                <a:gd name="connsiteX8" fmla="*/ 2532246 w 3581400"/>
                <a:gd name="connsiteY8" fmla="*/ 1010652 h 2517808"/>
                <a:gd name="connsiteX9" fmla="*/ 2763252 w 3581400"/>
                <a:gd name="connsiteY9" fmla="*/ 0 h 2517808"/>
                <a:gd name="connsiteX10" fmla="*/ 1656347 w 3581400"/>
                <a:gd name="connsiteY10" fmla="*/ 818147 h 2517808"/>
                <a:gd name="connsiteX11" fmla="*/ 732322 w 3581400"/>
                <a:gd name="connsiteY11" fmla="*/ 192505 h 2517808"/>
                <a:gd name="connsiteX12" fmla="*/ 914400 w 3581400"/>
                <a:gd name="connsiteY12" fmla="*/ 1146208 h 2517808"/>
                <a:gd name="connsiteX0" fmla="*/ 914400 w 3581400"/>
                <a:gd name="connsiteY0" fmla="*/ 1146208 h 2517808"/>
                <a:gd name="connsiteX1" fmla="*/ 0 w 3581400"/>
                <a:gd name="connsiteY1" fmla="*/ 1527208 h 2517808"/>
                <a:gd name="connsiteX2" fmla="*/ 1066799 w 3581400"/>
                <a:gd name="connsiteY2" fmla="*/ 1679608 h 2517808"/>
                <a:gd name="connsiteX3" fmla="*/ 1295399 w 3581400"/>
                <a:gd name="connsiteY3" fmla="*/ 2517808 h 2517808"/>
                <a:gd name="connsiteX4" fmla="*/ 1904999 w 3581400"/>
                <a:gd name="connsiteY4" fmla="*/ 1832008 h 2517808"/>
                <a:gd name="connsiteX5" fmla="*/ 2590800 w 3581400"/>
                <a:gd name="connsiteY5" fmla="*/ 2240280 h 2517808"/>
                <a:gd name="connsiteX6" fmla="*/ 2695875 w 3581400"/>
                <a:gd name="connsiteY6" fmla="*/ 1732547 h 2517808"/>
                <a:gd name="connsiteX7" fmla="*/ 3581400 w 3581400"/>
                <a:gd name="connsiteY7" fmla="*/ 1280160 h 2517808"/>
                <a:gd name="connsiteX8" fmla="*/ 2532246 w 3581400"/>
                <a:gd name="connsiteY8" fmla="*/ 1010652 h 2517808"/>
                <a:gd name="connsiteX9" fmla="*/ 2763252 w 3581400"/>
                <a:gd name="connsiteY9" fmla="*/ 0 h 2517808"/>
                <a:gd name="connsiteX10" fmla="*/ 1656347 w 3581400"/>
                <a:gd name="connsiteY10" fmla="*/ 818147 h 2517808"/>
                <a:gd name="connsiteX11" fmla="*/ 732322 w 3581400"/>
                <a:gd name="connsiteY11" fmla="*/ 192505 h 2517808"/>
                <a:gd name="connsiteX12" fmla="*/ 914400 w 3581400"/>
                <a:gd name="connsiteY12" fmla="*/ 1146208 h 2517808"/>
                <a:gd name="connsiteX0" fmla="*/ 914400 w 3581400"/>
                <a:gd name="connsiteY0" fmla="*/ 1146208 h 2517808"/>
                <a:gd name="connsiteX1" fmla="*/ 0 w 3581400"/>
                <a:gd name="connsiteY1" fmla="*/ 1527208 h 2517808"/>
                <a:gd name="connsiteX2" fmla="*/ 1066799 w 3581400"/>
                <a:gd name="connsiteY2" fmla="*/ 1679608 h 2517808"/>
                <a:gd name="connsiteX3" fmla="*/ 1295399 w 3581400"/>
                <a:gd name="connsiteY3" fmla="*/ 2517808 h 2517808"/>
                <a:gd name="connsiteX4" fmla="*/ 1904999 w 3581400"/>
                <a:gd name="connsiteY4" fmla="*/ 1832008 h 2517808"/>
                <a:gd name="connsiteX5" fmla="*/ 2590800 w 3581400"/>
                <a:gd name="connsiteY5" fmla="*/ 2240280 h 2517808"/>
                <a:gd name="connsiteX6" fmla="*/ 2362200 w 3581400"/>
                <a:gd name="connsiteY6" fmla="*/ 1554480 h 2517808"/>
                <a:gd name="connsiteX7" fmla="*/ 3581400 w 3581400"/>
                <a:gd name="connsiteY7" fmla="*/ 1280160 h 2517808"/>
                <a:gd name="connsiteX8" fmla="*/ 2532246 w 3581400"/>
                <a:gd name="connsiteY8" fmla="*/ 1010652 h 2517808"/>
                <a:gd name="connsiteX9" fmla="*/ 2763252 w 3581400"/>
                <a:gd name="connsiteY9" fmla="*/ 0 h 2517808"/>
                <a:gd name="connsiteX10" fmla="*/ 1656347 w 3581400"/>
                <a:gd name="connsiteY10" fmla="*/ 818147 h 2517808"/>
                <a:gd name="connsiteX11" fmla="*/ 732322 w 3581400"/>
                <a:gd name="connsiteY11" fmla="*/ 192505 h 2517808"/>
                <a:gd name="connsiteX12" fmla="*/ 914400 w 3581400"/>
                <a:gd name="connsiteY12" fmla="*/ 1146208 h 2517808"/>
                <a:gd name="connsiteX0" fmla="*/ 914400 w 2971800"/>
                <a:gd name="connsiteY0" fmla="*/ 1146208 h 2517808"/>
                <a:gd name="connsiteX1" fmla="*/ 0 w 2971800"/>
                <a:gd name="connsiteY1" fmla="*/ 1527208 h 2517808"/>
                <a:gd name="connsiteX2" fmla="*/ 1066799 w 2971800"/>
                <a:gd name="connsiteY2" fmla="*/ 1679608 h 2517808"/>
                <a:gd name="connsiteX3" fmla="*/ 1295399 w 2971800"/>
                <a:gd name="connsiteY3" fmla="*/ 2517808 h 2517808"/>
                <a:gd name="connsiteX4" fmla="*/ 1904999 w 2971800"/>
                <a:gd name="connsiteY4" fmla="*/ 1832008 h 2517808"/>
                <a:gd name="connsiteX5" fmla="*/ 2590800 w 2971800"/>
                <a:gd name="connsiteY5" fmla="*/ 2240280 h 2517808"/>
                <a:gd name="connsiteX6" fmla="*/ 2362200 w 2971800"/>
                <a:gd name="connsiteY6" fmla="*/ 1554480 h 2517808"/>
                <a:gd name="connsiteX7" fmla="*/ 2971800 w 2971800"/>
                <a:gd name="connsiteY7" fmla="*/ 1097280 h 2517808"/>
                <a:gd name="connsiteX8" fmla="*/ 2532246 w 2971800"/>
                <a:gd name="connsiteY8" fmla="*/ 1010652 h 2517808"/>
                <a:gd name="connsiteX9" fmla="*/ 2763252 w 2971800"/>
                <a:gd name="connsiteY9" fmla="*/ 0 h 2517808"/>
                <a:gd name="connsiteX10" fmla="*/ 1656347 w 2971800"/>
                <a:gd name="connsiteY10" fmla="*/ 818147 h 2517808"/>
                <a:gd name="connsiteX11" fmla="*/ 732322 w 2971800"/>
                <a:gd name="connsiteY11" fmla="*/ 192505 h 2517808"/>
                <a:gd name="connsiteX12" fmla="*/ 914400 w 2971800"/>
                <a:gd name="connsiteY12" fmla="*/ 1146208 h 251780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532246 w 2971800"/>
                <a:gd name="connsiteY8" fmla="*/ 903972 h 2411128"/>
                <a:gd name="connsiteX9" fmla="*/ 2438400 w 2971800"/>
                <a:gd name="connsiteY9" fmla="*/ 0 h 2411128"/>
                <a:gd name="connsiteX10" fmla="*/ 1656347 w 2971800"/>
                <a:gd name="connsiteY10" fmla="*/ 711467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532246 w 2971800"/>
                <a:gd name="connsiteY8" fmla="*/ 903972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2860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143000 w 2971800"/>
                <a:gd name="connsiteY2" fmla="*/ 1600200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90600 w 2971800"/>
                <a:gd name="connsiteY0" fmla="*/ 990600 h 2411128"/>
                <a:gd name="connsiteX1" fmla="*/ 0 w 2971800"/>
                <a:gd name="connsiteY1" fmla="*/ 1420528 h 2411128"/>
                <a:gd name="connsiteX2" fmla="*/ 1143000 w 2971800"/>
                <a:gd name="connsiteY2" fmla="*/ 1600200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90600 w 2971800"/>
                <a:gd name="connsiteY12" fmla="*/ 990600 h 2411128"/>
                <a:gd name="connsiteX0" fmla="*/ 932848 w 2971800"/>
                <a:gd name="connsiteY0" fmla="*/ 1013059 h 2411128"/>
                <a:gd name="connsiteX1" fmla="*/ 0 w 2971800"/>
                <a:gd name="connsiteY1" fmla="*/ 1420528 h 2411128"/>
                <a:gd name="connsiteX2" fmla="*/ 1143000 w 2971800"/>
                <a:gd name="connsiteY2" fmla="*/ 1600200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32848 w 2971800"/>
                <a:gd name="connsiteY12" fmla="*/ 1013059 h 2411128"/>
                <a:gd name="connsiteX0" fmla="*/ 924025 w 2962977"/>
                <a:gd name="connsiteY0" fmla="*/ 1013059 h 2411128"/>
                <a:gd name="connsiteX1" fmla="*/ 0 w 2962977"/>
                <a:gd name="connsiteY1" fmla="*/ 1428549 h 2411128"/>
                <a:gd name="connsiteX2" fmla="*/ 1134177 w 2962977"/>
                <a:gd name="connsiteY2" fmla="*/ 1600200 h 2411128"/>
                <a:gd name="connsiteX3" fmla="*/ 1286576 w 2962977"/>
                <a:gd name="connsiteY3" fmla="*/ 2411128 h 2411128"/>
                <a:gd name="connsiteX4" fmla="*/ 1743777 w 2962977"/>
                <a:gd name="connsiteY4" fmla="*/ 1752600 h 2411128"/>
                <a:gd name="connsiteX5" fmla="*/ 2581977 w 2962977"/>
                <a:gd name="connsiteY5" fmla="*/ 2133600 h 2411128"/>
                <a:gd name="connsiteX6" fmla="*/ 2353377 w 2962977"/>
                <a:gd name="connsiteY6" fmla="*/ 1371600 h 2411128"/>
                <a:gd name="connsiteX7" fmla="*/ 2962977 w 2962977"/>
                <a:gd name="connsiteY7" fmla="*/ 990600 h 2411128"/>
                <a:gd name="connsiteX8" fmla="*/ 2200977 w 2962977"/>
                <a:gd name="connsiteY8" fmla="*/ 838200 h 2411128"/>
                <a:gd name="connsiteX9" fmla="*/ 2429577 w 2962977"/>
                <a:gd name="connsiteY9" fmla="*/ 0 h 2411128"/>
                <a:gd name="connsiteX10" fmla="*/ 1591377 w 2962977"/>
                <a:gd name="connsiteY10" fmla="*/ 685800 h 2411128"/>
                <a:gd name="connsiteX11" fmla="*/ 723499 w 2962977"/>
                <a:gd name="connsiteY11" fmla="*/ 85825 h 2411128"/>
                <a:gd name="connsiteX12" fmla="*/ 924025 w 2962977"/>
                <a:gd name="connsiteY12" fmla="*/ 1013059 h 2411128"/>
                <a:gd name="connsiteX0" fmla="*/ 886326 w 2925278"/>
                <a:gd name="connsiteY0" fmla="*/ 1013059 h 2411128"/>
                <a:gd name="connsiteX1" fmla="*/ 0 w 2925278"/>
                <a:gd name="connsiteY1" fmla="*/ 1436570 h 2411128"/>
                <a:gd name="connsiteX2" fmla="*/ 1096478 w 2925278"/>
                <a:gd name="connsiteY2" fmla="*/ 1600200 h 2411128"/>
                <a:gd name="connsiteX3" fmla="*/ 1248877 w 2925278"/>
                <a:gd name="connsiteY3" fmla="*/ 2411128 h 2411128"/>
                <a:gd name="connsiteX4" fmla="*/ 1706078 w 2925278"/>
                <a:gd name="connsiteY4" fmla="*/ 1752600 h 2411128"/>
                <a:gd name="connsiteX5" fmla="*/ 2544278 w 2925278"/>
                <a:gd name="connsiteY5" fmla="*/ 2133600 h 2411128"/>
                <a:gd name="connsiteX6" fmla="*/ 2315678 w 2925278"/>
                <a:gd name="connsiteY6" fmla="*/ 1371600 h 2411128"/>
                <a:gd name="connsiteX7" fmla="*/ 2925278 w 2925278"/>
                <a:gd name="connsiteY7" fmla="*/ 990600 h 2411128"/>
                <a:gd name="connsiteX8" fmla="*/ 2163278 w 2925278"/>
                <a:gd name="connsiteY8" fmla="*/ 838200 h 2411128"/>
                <a:gd name="connsiteX9" fmla="*/ 2391878 w 2925278"/>
                <a:gd name="connsiteY9" fmla="*/ 0 h 2411128"/>
                <a:gd name="connsiteX10" fmla="*/ 1553678 w 2925278"/>
                <a:gd name="connsiteY10" fmla="*/ 685800 h 2411128"/>
                <a:gd name="connsiteX11" fmla="*/ 685800 w 2925278"/>
                <a:gd name="connsiteY11" fmla="*/ 85825 h 2411128"/>
                <a:gd name="connsiteX12" fmla="*/ 886326 w 2925278"/>
                <a:gd name="connsiteY12" fmla="*/ 1013059 h 2411128"/>
                <a:gd name="connsiteX0" fmla="*/ 886326 w 2925278"/>
                <a:gd name="connsiteY0" fmla="*/ 1013059 h 2411128"/>
                <a:gd name="connsiteX1" fmla="*/ 0 w 2925278"/>
                <a:gd name="connsiteY1" fmla="*/ 1436570 h 2411128"/>
                <a:gd name="connsiteX2" fmla="*/ 1096478 w 2925278"/>
                <a:gd name="connsiteY2" fmla="*/ 1600200 h 2411128"/>
                <a:gd name="connsiteX3" fmla="*/ 1248877 w 2925278"/>
                <a:gd name="connsiteY3" fmla="*/ 2411128 h 2411128"/>
                <a:gd name="connsiteX4" fmla="*/ 1706078 w 2925278"/>
                <a:gd name="connsiteY4" fmla="*/ 1752600 h 2411128"/>
                <a:gd name="connsiteX5" fmla="*/ 2544278 w 2925278"/>
                <a:gd name="connsiteY5" fmla="*/ 2133600 h 2411128"/>
                <a:gd name="connsiteX6" fmla="*/ 2315678 w 2925278"/>
                <a:gd name="connsiteY6" fmla="*/ 1371600 h 2411128"/>
                <a:gd name="connsiteX7" fmla="*/ 2925278 w 2925278"/>
                <a:gd name="connsiteY7" fmla="*/ 990600 h 2411128"/>
                <a:gd name="connsiteX8" fmla="*/ 2163278 w 2925278"/>
                <a:gd name="connsiteY8" fmla="*/ 838200 h 2411128"/>
                <a:gd name="connsiteX9" fmla="*/ 2391878 w 2925278"/>
                <a:gd name="connsiteY9" fmla="*/ 0 h 2411128"/>
                <a:gd name="connsiteX10" fmla="*/ 1553678 w 2925278"/>
                <a:gd name="connsiteY10" fmla="*/ 685800 h 2411128"/>
                <a:gd name="connsiteX11" fmla="*/ 702644 w 2925278"/>
                <a:gd name="connsiteY11" fmla="*/ 118711 h 2411128"/>
                <a:gd name="connsiteX12" fmla="*/ 886326 w 2925278"/>
                <a:gd name="connsiteY12" fmla="*/ 1013059 h 2411128"/>
                <a:gd name="connsiteX0" fmla="*/ 886326 w 2925278"/>
                <a:gd name="connsiteY0" fmla="*/ 1013059 h 2411128"/>
                <a:gd name="connsiteX1" fmla="*/ 0 w 2925278"/>
                <a:gd name="connsiteY1" fmla="*/ 1436570 h 2411128"/>
                <a:gd name="connsiteX2" fmla="*/ 1096478 w 2925278"/>
                <a:gd name="connsiteY2" fmla="*/ 1600200 h 2411128"/>
                <a:gd name="connsiteX3" fmla="*/ 1248877 w 2925278"/>
                <a:gd name="connsiteY3" fmla="*/ 2411128 h 2411128"/>
                <a:gd name="connsiteX4" fmla="*/ 1706078 w 2925278"/>
                <a:gd name="connsiteY4" fmla="*/ 1752600 h 2411128"/>
                <a:gd name="connsiteX5" fmla="*/ 2544278 w 2925278"/>
                <a:gd name="connsiteY5" fmla="*/ 2133600 h 2411128"/>
                <a:gd name="connsiteX6" fmla="*/ 2315678 w 2925278"/>
                <a:gd name="connsiteY6" fmla="*/ 1371600 h 2411128"/>
                <a:gd name="connsiteX7" fmla="*/ 2925278 w 2925278"/>
                <a:gd name="connsiteY7" fmla="*/ 990600 h 2411128"/>
                <a:gd name="connsiteX8" fmla="*/ 2163278 w 2925278"/>
                <a:gd name="connsiteY8" fmla="*/ 838200 h 2411128"/>
                <a:gd name="connsiteX9" fmla="*/ 2391878 w 2925278"/>
                <a:gd name="connsiteY9" fmla="*/ 0 h 2411128"/>
                <a:gd name="connsiteX10" fmla="*/ 1495926 w 2925278"/>
                <a:gd name="connsiteY10" fmla="*/ 637674 h 2411128"/>
                <a:gd name="connsiteX11" fmla="*/ 702644 w 2925278"/>
                <a:gd name="connsiteY11" fmla="*/ 118711 h 2411128"/>
                <a:gd name="connsiteX12" fmla="*/ 886326 w 2925278"/>
                <a:gd name="connsiteY12" fmla="*/ 1013059 h 2411128"/>
                <a:gd name="connsiteX0" fmla="*/ 886326 w 2925278"/>
                <a:gd name="connsiteY0" fmla="*/ 1061185 h 2459254"/>
                <a:gd name="connsiteX1" fmla="*/ 0 w 2925278"/>
                <a:gd name="connsiteY1" fmla="*/ 1484696 h 2459254"/>
                <a:gd name="connsiteX2" fmla="*/ 1096478 w 2925278"/>
                <a:gd name="connsiteY2" fmla="*/ 1648326 h 2459254"/>
                <a:gd name="connsiteX3" fmla="*/ 1248877 w 2925278"/>
                <a:gd name="connsiteY3" fmla="*/ 2459254 h 2459254"/>
                <a:gd name="connsiteX4" fmla="*/ 1706078 w 2925278"/>
                <a:gd name="connsiteY4" fmla="*/ 1800726 h 2459254"/>
                <a:gd name="connsiteX5" fmla="*/ 2544278 w 2925278"/>
                <a:gd name="connsiteY5" fmla="*/ 2181726 h 2459254"/>
                <a:gd name="connsiteX6" fmla="*/ 2315678 w 2925278"/>
                <a:gd name="connsiteY6" fmla="*/ 1419726 h 2459254"/>
                <a:gd name="connsiteX7" fmla="*/ 2925278 w 2925278"/>
                <a:gd name="connsiteY7" fmla="*/ 1038726 h 2459254"/>
                <a:gd name="connsiteX8" fmla="*/ 2163278 w 2925278"/>
                <a:gd name="connsiteY8" fmla="*/ 886326 h 2459254"/>
                <a:gd name="connsiteX9" fmla="*/ 2391878 w 2925278"/>
                <a:gd name="connsiteY9" fmla="*/ 0 h 2459254"/>
                <a:gd name="connsiteX10" fmla="*/ 1495926 w 2925278"/>
                <a:gd name="connsiteY10" fmla="*/ 685800 h 2459254"/>
                <a:gd name="connsiteX11" fmla="*/ 702644 w 2925278"/>
                <a:gd name="connsiteY11" fmla="*/ 166837 h 2459254"/>
                <a:gd name="connsiteX12" fmla="*/ 886326 w 2925278"/>
                <a:gd name="connsiteY12" fmla="*/ 1061185 h 2459254"/>
                <a:gd name="connsiteX0" fmla="*/ 886326 w 2925278"/>
                <a:gd name="connsiteY0" fmla="*/ 1061185 h 2459254"/>
                <a:gd name="connsiteX1" fmla="*/ 0 w 2925278"/>
                <a:gd name="connsiteY1" fmla="*/ 1484696 h 2459254"/>
                <a:gd name="connsiteX2" fmla="*/ 1096478 w 2925278"/>
                <a:gd name="connsiteY2" fmla="*/ 1648326 h 2459254"/>
                <a:gd name="connsiteX3" fmla="*/ 1248877 w 2925278"/>
                <a:gd name="connsiteY3" fmla="*/ 2459254 h 2459254"/>
                <a:gd name="connsiteX4" fmla="*/ 1706078 w 2925278"/>
                <a:gd name="connsiteY4" fmla="*/ 1800726 h 2459254"/>
                <a:gd name="connsiteX5" fmla="*/ 2544278 w 2925278"/>
                <a:gd name="connsiteY5" fmla="*/ 2181726 h 2459254"/>
                <a:gd name="connsiteX6" fmla="*/ 2315678 w 2925278"/>
                <a:gd name="connsiteY6" fmla="*/ 1419726 h 2459254"/>
                <a:gd name="connsiteX7" fmla="*/ 2925278 w 2925278"/>
                <a:gd name="connsiteY7" fmla="*/ 1038726 h 2459254"/>
                <a:gd name="connsiteX8" fmla="*/ 2221029 w 2925278"/>
                <a:gd name="connsiteY8" fmla="*/ 847825 h 2459254"/>
                <a:gd name="connsiteX9" fmla="*/ 2391878 w 2925278"/>
                <a:gd name="connsiteY9" fmla="*/ 0 h 2459254"/>
                <a:gd name="connsiteX10" fmla="*/ 1495926 w 2925278"/>
                <a:gd name="connsiteY10" fmla="*/ 685800 h 2459254"/>
                <a:gd name="connsiteX11" fmla="*/ 702644 w 2925278"/>
                <a:gd name="connsiteY11" fmla="*/ 166837 h 2459254"/>
                <a:gd name="connsiteX12" fmla="*/ 886326 w 2925278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06078 w 3040781"/>
                <a:gd name="connsiteY4" fmla="*/ 1800726 h 2459254"/>
                <a:gd name="connsiteX5" fmla="*/ 2544278 w 3040781"/>
                <a:gd name="connsiteY5" fmla="*/ 2181726 h 2459254"/>
                <a:gd name="connsiteX6" fmla="*/ 2315678 w 3040781"/>
                <a:gd name="connsiteY6" fmla="*/ 1419726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06078 w 3040781"/>
                <a:gd name="connsiteY4" fmla="*/ 1800726 h 2459254"/>
                <a:gd name="connsiteX5" fmla="*/ 2544278 w 3040781"/>
                <a:gd name="connsiteY5" fmla="*/ 2210602 h 2459254"/>
                <a:gd name="connsiteX6" fmla="*/ 2315678 w 3040781"/>
                <a:gd name="connsiteY6" fmla="*/ 1419726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06078 w 3040781"/>
                <a:gd name="connsiteY4" fmla="*/ 1800726 h 2459254"/>
                <a:gd name="connsiteX5" fmla="*/ 2544278 w 3040781"/>
                <a:gd name="connsiteY5" fmla="*/ 2210602 h 2459254"/>
                <a:gd name="connsiteX6" fmla="*/ 2354179 w 3040781"/>
                <a:gd name="connsiteY6" fmla="*/ 1410101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25328 w 3040781"/>
                <a:gd name="connsiteY4" fmla="*/ 1839227 h 2459254"/>
                <a:gd name="connsiteX5" fmla="*/ 2544278 w 3040781"/>
                <a:gd name="connsiteY5" fmla="*/ 2210602 h 2459254"/>
                <a:gd name="connsiteX6" fmla="*/ 2354179 w 3040781"/>
                <a:gd name="connsiteY6" fmla="*/ 1410101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555506"/>
                <a:gd name="connsiteX1" fmla="*/ 0 w 3040781"/>
                <a:gd name="connsiteY1" fmla="*/ 1484696 h 2555506"/>
                <a:gd name="connsiteX2" fmla="*/ 1096478 w 3040781"/>
                <a:gd name="connsiteY2" fmla="*/ 1648326 h 2555506"/>
                <a:gd name="connsiteX3" fmla="*/ 1258502 w 3040781"/>
                <a:gd name="connsiteY3" fmla="*/ 2555506 h 2555506"/>
                <a:gd name="connsiteX4" fmla="*/ 1725328 w 3040781"/>
                <a:gd name="connsiteY4" fmla="*/ 1839227 h 2555506"/>
                <a:gd name="connsiteX5" fmla="*/ 2544278 w 3040781"/>
                <a:gd name="connsiteY5" fmla="*/ 2210602 h 2555506"/>
                <a:gd name="connsiteX6" fmla="*/ 2354179 w 3040781"/>
                <a:gd name="connsiteY6" fmla="*/ 1410101 h 2555506"/>
                <a:gd name="connsiteX7" fmla="*/ 3040781 w 3040781"/>
                <a:gd name="connsiteY7" fmla="*/ 1057976 h 2555506"/>
                <a:gd name="connsiteX8" fmla="*/ 2221029 w 3040781"/>
                <a:gd name="connsiteY8" fmla="*/ 847825 h 2555506"/>
                <a:gd name="connsiteX9" fmla="*/ 2391878 w 3040781"/>
                <a:gd name="connsiteY9" fmla="*/ 0 h 2555506"/>
                <a:gd name="connsiteX10" fmla="*/ 1495926 w 3040781"/>
                <a:gd name="connsiteY10" fmla="*/ 685800 h 2555506"/>
                <a:gd name="connsiteX11" fmla="*/ 702644 w 3040781"/>
                <a:gd name="connsiteY11" fmla="*/ 166837 h 2555506"/>
                <a:gd name="connsiteX12" fmla="*/ 886326 w 3040781"/>
                <a:gd name="connsiteY12" fmla="*/ 1061185 h 2555506"/>
                <a:gd name="connsiteX0" fmla="*/ 953702 w 3108157"/>
                <a:gd name="connsiteY0" fmla="*/ 1061185 h 2555506"/>
                <a:gd name="connsiteX1" fmla="*/ 0 w 3108157"/>
                <a:gd name="connsiteY1" fmla="*/ 1513572 h 2555506"/>
                <a:gd name="connsiteX2" fmla="*/ 1163854 w 3108157"/>
                <a:gd name="connsiteY2" fmla="*/ 1648326 h 2555506"/>
                <a:gd name="connsiteX3" fmla="*/ 1325878 w 3108157"/>
                <a:gd name="connsiteY3" fmla="*/ 2555506 h 2555506"/>
                <a:gd name="connsiteX4" fmla="*/ 1792704 w 3108157"/>
                <a:gd name="connsiteY4" fmla="*/ 1839227 h 2555506"/>
                <a:gd name="connsiteX5" fmla="*/ 2611654 w 3108157"/>
                <a:gd name="connsiteY5" fmla="*/ 2210602 h 2555506"/>
                <a:gd name="connsiteX6" fmla="*/ 2421555 w 3108157"/>
                <a:gd name="connsiteY6" fmla="*/ 1410101 h 2555506"/>
                <a:gd name="connsiteX7" fmla="*/ 3108157 w 3108157"/>
                <a:gd name="connsiteY7" fmla="*/ 1057976 h 2555506"/>
                <a:gd name="connsiteX8" fmla="*/ 2288405 w 3108157"/>
                <a:gd name="connsiteY8" fmla="*/ 847825 h 2555506"/>
                <a:gd name="connsiteX9" fmla="*/ 2459254 w 3108157"/>
                <a:gd name="connsiteY9" fmla="*/ 0 h 2555506"/>
                <a:gd name="connsiteX10" fmla="*/ 1563302 w 3108157"/>
                <a:gd name="connsiteY10" fmla="*/ 685800 h 2555506"/>
                <a:gd name="connsiteX11" fmla="*/ 770020 w 3108157"/>
                <a:gd name="connsiteY11" fmla="*/ 166837 h 2555506"/>
                <a:gd name="connsiteX12" fmla="*/ 953702 w 3108157"/>
                <a:gd name="connsiteY12" fmla="*/ 1061185 h 2555506"/>
                <a:gd name="connsiteX0" fmla="*/ 972953 w 3108157"/>
                <a:gd name="connsiteY0" fmla="*/ 1090061 h 2555506"/>
                <a:gd name="connsiteX1" fmla="*/ 0 w 3108157"/>
                <a:gd name="connsiteY1" fmla="*/ 1513572 h 2555506"/>
                <a:gd name="connsiteX2" fmla="*/ 1163854 w 3108157"/>
                <a:gd name="connsiteY2" fmla="*/ 1648326 h 2555506"/>
                <a:gd name="connsiteX3" fmla="*/ 1325878 w 3108157"/>
                <a:gd name="connsiteY3" fmla="*/ 2555506 h 2555506"/>
                <a:gd name="connsiteX4" fmla="*/ 1792704 w 3108157"/>
                <a:gd name="connsiteY4" fmla="*/ 1839227 h 2555506"/>
                <a:gd name="connsiteX5" fmla="*/ 2611654 w 3108157"/>
                <a:gd name="connsiteY5" fmla="*/ 2210602 h 2555506"/>
                <a:gd name="connsiteX6" fmla="*/ 2421555 w 3108157"/>
                <a:gd name="connsiteY6" fmla="*/ 1410101 h 2555506"/>
                <a:gd name="connsiteX7" fmla="*/ 3108157 w 3108157"/>
                <a:gd name="connsiteY7" fmla="*/ 1057976 h 2555506"/>
                <a:gd name="connsiteX8" fmla="*/ 2288405 w 3108157"/>
                <a:gd name="connsiteY8" fmla="*/ 847825 h 2555506"/>
                <a:gd name="connsiteX9" fmla="*/ 2459254 w 3108157"/>
                <a:gd name="connsiteY9" fmla="*/ 0 h 2555506"/>
                <a:gd name="connsiteX10" fmla="*/ 1563302 w 3108157"/>
                <a:gd name="connsiteY10" fmla="*/ 685800 h 2555506"/>
                <a:gd name="connsiteX11" fmla="*/ 770020 w 3108157"/>
                <a:gd name="connsiteY11" fmla="*/ 166837 h 2555506"/>
                <a:gd name="connsiteX12" fmla="*/ 972953 w 3108157"/>
                <a:gd name="connsiteY12" fmla="*/ 1090061 h 2555506"/>
                <a:gd name="connsiteX0" fmla="*/ 972953 w 3108157"/>
                <a:gd name="connsiteY0" fmla="*/ 1090061 h 2555506"/>
                <a:gd name="connsiteX1" fmla="*/ 0 w 3108157"/>
                <a:gd name="connsiteY1" fmla="*/ 1513572 h 2555506"/>
                <a:gd name="connsiteX2" fmla="*/ 1163854 w 3108157"/>
                <a:gd name="connsiteY2" fmla="*/ 1648326 h 2555506"/>
                <a:gd name="connsiteX3" fmla="*/ 1325878 w 3108157"/>
                <a:gd name="connsiteY3" fmla="*/ 2555506 h 2555506"/>
                <a:gd name="connsiteX4" fmla="*/ 1792704 w 3108157"/>
                <a:gd name="connsiteY4" fmla="*/ 1839227 h 2555506"/>
                <a:gd name="connsiteX5" fmla="*/ 2723749 w 3108157"/>
                <a:gd name="connsiteY5" fmla="*/ 2274516 h 2555506"/>
                <a:gd name="connsiteX6" fmla="*/ 2421555 w 3108157"/>
                <a:gd name="connsiteY6" fmla="*/ 1410101 h 2555506"/>
                <a:gd name="connsiteX7" fmla="*/ 3108157 w 3108157"/>
                <a:gd name="connsiteY7" fmla="*/ 1057976 h 2555506"/>
                <a:gd name="connsiteX8" fmla="*/ 2288405 w 3108157"/>
                <a:gd name="connsiteY8" fmla="*/ 847825 h 2555506"/>
                <a:gd name="connsiteX9" fmla="*/ 2459254 w 3108157"/>
                <a:gd name="connsiteY9" fmla="*/ 0 h 2555506"/>
                <a:gd name="connsiteX10" fmla="*/ 1563302 w 3108157"/>
                <a:gd name="connsiteY10" fmla="*/ 685800 h 2555506"/>
                <a:gd name="connsiteX11" fmla="*/ 770020 w 3108157"/>
                <a:gd name="connsiteY11" fmla="*/ 166837 h 2555506"/>
                <a:gd name="connsiteX12" fmla="*/ 972953 w 3108157"/>
                <a:gd name="connsiteY12" fmla="*/ 1090061 h 2555506"/>
                <a:gd name="connsiteX0" fmla="*/ 972953 w 3108157"/>
                <a:gd name="connsiteY0" fmla="*/ 1090061 h 2555506"/>
                <a:gd name="connsiteX1" fmla="*/ 0 w 3108157"/>
                <a:gd name="connsiteY1" fmla="*/ 1513572 h 2555506"/>
                <a:gd name="connsiteX2" fmla="*/ 1163854 w 3108157"/>
                <a:gd name="connsiteY2" fmla="*/ 1648326 h 2555506"/>
                <a:gd name="connsiteX3" fmla="*/ 1325878 w 3108157"/>
                <a:gd name="connsiteY3" fmla="*/ 2555506 h 2555506"/>
                <a:gd name="connsiteX4" fmla="*/ 1792704 w 3108157"/>
                <a:gd name="connsiteY4" fmla="*/ 1839227 h 2555506"/>
                <a:gd name="connsiteX5" fmla="*/ 2723749 w 3108157"/>
                <a:gd name="connsiteY5" fmla="*/ 2274516 h 2555506"/>
                <a:gd name="connsiteX6" fmla="*/ 2492350 w 3108157"/>
                <a:gd name="connsiteY6" fmla="*/ 1410101 h 2555506"/>
                <a:gd name="connsiteX7" fmla="*/ 3108157 w 3108157"/>
                <a:gd name="connsiteY7" fmla="*/ 1057976 h 2555506"/>
                <a:gd name="connsiteX8" fmla="*/ 2288405 w 3108157"/>
                <a:gd name="connsiteY8" fmla="*/ 847825 h 2555506"/>
                <a:gd name="connsiteX9" fmla="*/ 2459254 w 3108157"/>
                <a:gd name="connsiteY9" fmla="*/ 0 h 2555506"/>
                <a:gd name="connsiteX10" fmla="*/ 1563302 w 3108157"/>
                <a:gd name="connsiteY10" fmla="*/ 685800 h 2555506"/>
                <a:gd name="connsiteX11" fmla="*/ 770020 w 3108157"/>
                <a:gd name="connsiteY11" fmla="*/ 166837 h 2555506"/>
                <a:gd name="connsiteX12" fmla="*/ 972953 w 3108157"/>
                <a:gd name="connsiteY12" fmla="*/ 1090061 h 2555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08157" h="2555506">
                  <a:moveTo>
                    <a:pt x="972953" y="1090061"/>
                  </a:moveTo>
                  <a:lnTo>
                    <a:pt x="0" y="1513572"/>
                  </a:lnTo>
                  <a:lnTo>
                    <a:pt x="1163854" y="1648326"/>
                  </a:lnTo>
                  <a:lnTo>
                    <a:pt x="1325878" y="2555506"/>
                  </a:lnTo>
                  <a:lnTo>
                    <a:pt x="1792704" y="1839227"/>
                  </a:lnTo>
                  <a:lnTo>
                    <a:pt x="2723749" y="2274516"/>
                  </a:lnTo>
                  <a:lnTo>
                    <a:pt x="2492350" y="1410101"/>
                  </a:lnTo>
                  <a:lnTo>
                    <a:pt x="3108157" y="1057976"/>
                  </a:lnTo>
                  <a:lnTo>
                    <a:pt x="2288405" y="847825"/>
                  </a:lnTo>
                  <a:lnTo>
                    <a:pt x="2459254" y="0"/>
                  </a:lnTo>
                  <a:lnTo>
                    <a:pt x="1563302" y="685800"/>
                  </a:lnTo>
                  <a:lnTo>
                    <a:pt x="770020" y="166837"/>
                  </a:lnTo>
                  <a:lnTo>
                    <a:pt x="972953" y="109006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43000">
                  <a:srgbClr val="FFFF00"/>
                </a:gs>
                <a:gs pos="100000">
                  <a:srgbClr val="FF0000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51" name="Group 52"/>
          <p:cNvGrpSpPr/>
          <p:nvPr/>
        </p:nvGrpSpPr>
        <p:grpSpPr>
          <a:xfrm>
            <a:off x="3200400" y="5168465"/>
            <a:ext cx="1339389" cy="1066800"/>
            <a:chOff x="433136" y="3581400"/>
            <a:chExt cx="3830855" cy="3051208"/>
          </a:xfrm>
        </p:grpSpPr>
        <p:sp>
          <p:nvSpPr>
            <p:cNvPr id="92" name="Freeform 191"/>
            <p:cNvSpPr/>
            <p:nvPr/>
          </p:nvSpPr>
          <p:spPr bwMode="auto">
            <a:xfrm>
              <a:off x="433136" y="3581400"/>
              <a:ext cx="3830855" cy="3051208"/>
            </a:xfrm>
            <a:custGeom>
              <a:avLst/>
              <a:gdLst>
                <a:gd name="connsiteX0" fmla="*/ 1549667 w 3830855"/>
                <a:gd name="connsiteY0" fmla="*/ 1135781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232034 w 3830855"/>
                <a:gd name="connsiteY12" fmla="*/ 1280160 h 3051208"/>
                <a:gd name="connsiteX13" fmla="*/ 1549667 w 3830855"/>
                <a:gd name="connsiteY13" fmla="*/ 1135781 h 3051208"/>
                <a:gd name="connsiteX0" fmla="*/ 1232034 w 3830855"/>
                <a:gd name="connsiteY0" fmla="*/ 1280160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232034 w 3830855"/>
                <a:gd name="connsiteY12" fmla="*/ 1280160 h 3051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30855" h="3051208">
                  <a:moveTo>
                    <a:pt x="1232034" y="1280160"/>
                  </a:moveTo>
                  <a:lnTo>
                    <a:pt x="0" y="1828800"/>
                  </a:lnTo>
                  <a:lnTo>
                    <a:pt x="1434164" y="2002054"/>
                  </a:lnTo>
                  <a:lnTo>
                    <a:pt x="1674796" y="3051208"/>
                  </a:lnTo>
                  <a:lnTo>
                    <a:pt x="2213810" y="2233061"/>
                  </a:lnTo>
                  <a:lnTo>
                    <a:pt x="3147461" y="2637322"/>
                  </a:lnTo>
                  <a:lnTo>
                    <a:pt x="2945330" y="1732547"/>
                  </a:lnTo>
                  <a:lnTo>
                    <a:pt x="3830855" y="1280160"/>
                  </a:lnTo>
                  <a:lnTo>
                    <a:pt x="2781701" y="1010652"/>
                  </a:lnTo>
                  <a:lnTo>
                    <a:pt x="3012707" y="0"/>
                  </a:lnTo>
                  <a:lnTo>
                    <a:pt x="1905802" y="818147"/>
                  </a:lnTo>
                  <a:lnTo>
                    <a:pt x="981777" y="192505"/>
                  </a:lnTo>
                  <a:lnTo>
                    <a:pt x="1232034" y="1280160"/>
                  </a:lnTo>
                  <a:close/>
                </a:path>
              </a:pathLst>
            </a:cu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93" name="Freeform 192"/>
            <p:cNvSpPr/>
            <p:nvPr/>
          </p:nvSpPr>
          <p:spPr bwMode="auto">
            <a:xfrm>
              <a:off x="817347" y="3838074"/>
              <a:ext cx="3108157" cy="2555506"/>
            </a:xfrm>
            <a:custGeom>
              <a:avLst/>
              <a:gdLst>
                <a:gd name="connsiteX0" fmla="*/ 1549667 w 3830855"/>
                <a:gd name="connsiteY0" fmla="*/ 1135781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232034 w 3830855"/>
                <a:gd name="connsiteY12" fmla="*/ 1280160 h 3051208"/>
                <a:gd name="connsiteX13" fmla="*/ 1549667 w 3830855"/>
                <a:gd name="connsiteY13" fmla="*/ 1135781 h 3051208"/>
                <a:gd name="connsiteX0" fmla="*/ 1232034 w 3830855"/>
                <a:gd name="connsiteY0" fmla="*/ 1280160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232034 w 3830855"/>
                <a:gd name="connsiteY12" fmla="*/ 1280160 h 3051208"/>
                <a:gd name="connsiteX0" fmla="*/ 1163855 w 3830855"/>
                <a:gd name="connsiteY0" fmla="*/ 1146208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163855 w 3830855"/>
                <a:gd name="connsiteY12" fmla="*/ 1146208 h 3051208"/>
                <a:gd name="connsiteX0" fmla="*/ 914400 w 3581400"/>
                <a:gd name="connsiteY0" fmla="*/ 1146208 h 3051208"/>
                <a:gd name="connsiteX1" fmla="*/ 0 w 3581400"/>
                <a:gd name="connsiteY1" fmla="*/ 1527208 h 3051208"/>
                <a:gd name="connsiteX2" fmla="*/ 1184709 w 3581400"/>
                <a:gd name="connsiteY2" fmla="*/ 2002054 h 3051208"/>
                <a:gd name="connsiteX3" fmla="*/ 1425341 w 3581400"/>
                <a:gd name="connsiteY3" fmla="*/ 3051208 h 3051208"/>
                <a:gd name="connsiteX4" fmla="*/ 1964355 w 3581400"/>
                <a:gd name="connsiteY4" fmla="*/ 2233061 h 3051208"/>
                <a:gd name="connsiteX5" fmla="*/ 2898006 w 3581400"/>
                <a:gd name="connsiteY5" fmla="*/ 2637322 h 3051208"/>
                <a:gd name="connsiteX6" fmla="*/ 2695875 w 3581400"/>
                <a:gd name="connsiteY6" fmla="*/ 1732547 h 3051208"/>
                <a:gd name="connsiteX7" fmla="*/ 3581400 w 3581400"/>
                <a:gd name="connsiteY7" fmla="*/ 1280160 h 3051208"/>
                <a:gd name="connsiteX8" fmla="*/ 2532246 w 3581400"/>
                <a:gd name="connsiteY8" fmla="*/ 1010652 h 3051208"/>
                <a:gd name="connsiteX9" fmla="*/ 2763252 w 3581400"/>
                <a:gd name="connsiteY9" fmla="*/ 0 h 3051208"/>
                <a:gd name="connsiteX10" fmla="*/ 1656347 w 3581400"/>
                <a:gd name="connsiteY10" fmla="*/ 818147 h 3051208"/>
                <a:gd name="connsiteX11" fmla="*/ 732322 w 3581400"/>
                <a:gd name="connsiteY11" fmla="*/ 192505 h 3051208"/>
                <a:gd name="connsiteX12" fmla="*/ 914400 w 3581400"/>
                <a:gd name="connsiteY12" fmla="*/ 1146208 h 3051208"/>
                <a:gd name="connsiteX0" fmla="*/ 914400 w 3581400"/>
                <a:gd name="connsiteY0" fmla="*/ 1146208 h 3051208"/>
                <a:gd name="connsiteX1" fmla="*/ 0 w 3581400"/>
                <a:gd name="connsiteY1" fmla="*/ 1527208 h 3051208"/>
                <a:gd name="connsiteX2" fmla="*/ 1066799 w 3581400"/>
                <a:gd name="connsiteY2" fmla="*/ 1679608 h 3051208"/>
                <a:gd name="connsiteX3" fmla="*/ 1425341 w 3581400"/>
                <a:gd name="connsiteY3" fmla="*/ 3051208 h 3051208"/>
                <a:gd name="connsiteX4" fmla="*/ 1964355 w 3581400"/>
                <a:gd name="connsiteY4" fmla="*/ 2233061 h 3051208"/>
                <a:gd name="connsiteX5" fmla="*/ 2898006 w 3581400"/>
                <a:gd name="connsiteY5" fmla="*/ 2637322 h 3051208"/>
                <a:gd name="connsiteX6" fmla="*/ 2695875 w 3581400"/>
                <a:gd name="connsiteY6" fmla="*/ 1732547 h 3051208"/>
                <a:gd name="connsiteX7" fmla="*/ 3581400 w 3581400"/>
                <a:gd name="connsiteY7" fmla="*/ 1280160 h 3051208"/>
                <a:gd name="connsiteX8" fmla="*/ 2532246 w 3581400"/>
                <a:gd name="connsiteY8" fmla="*/ 1010652 h 3051208"/>
                <a:gd name="connsiteX9" fmla="*/ 2763252 w 3581400"/>
                <a:gd name="connsiteY9" fmla="*/ 0 h 3051208"/>
                <a:gd name="connsiteX10" fmla="*/ 1656347 w 3581400"/>
                <a:gd name="connsiteY10" fmla="*/ 818147 h 3051208"/>
                <a:gd name="connsiteX11" fmla="*/ 732322 w 3581400"/>
                <a:gd name="connsiteY11" fmla="*/ 192505 h 3051208"/>
                <a:gd name="connsiteX12" fmla="*/ 914400 w 3581400"/>
                <a:gd name="connsiteY12" fmla="*/ 1146208 h 3051208"/>
                <a:gd name="connsiteX0" fmla="*/ 914400 w 3581400"/>
                <a:gd name="connsiteY0" fmla="*/ 1146208 h 2637322"/>
                <a:gd name="connsiteX1" fmla="*/ 0 w 3581400"/>
                <a:gd name="connsiteY1" fmla="*/ 1527208 h 2637322"/>
                <a:gd name="connsiteX2" fmla="*/ 1066799 w 3581400"/>
                <a:gd name="connsiteY2" fmla="*/ 1679608 h 2637322"/>
                <a:gd name="connsiteX3" fmla="*/ 1295399 w 3581400"/>
                <a:gd name="connsiteY3" fmla="*/ 2517808 h 2637322"/>
                <a:gd name="connsiteX4" fmla="*/ 1964355 w 3581400"/>
                <a:gd name="connsiteY4" fmla="*/ 2233061 h 2637322"/>
                <a:gd name="connsiteX5" fmla="*/ 2898006 w 3581400"/>
                <a:gd name="connsiteY5" fmla="*/ 2637322 h 2637322"/>
                <a:gd name="connsiteX6" fmla="*/ 2695875 w 3581400"/>
                <a:gd name="connsiteY6" fmla="*/ 1732547 h 2637322"/>
                <a:gd name="connsiteX7" fmla="*/ 3581400 w 3581400"/>
                <a:gd name="connsiteY7" fmla="*/ 1280160 h 2637322"/>
                <a:gd name="connsiteX8" fmla="*/ 2532246 w 3581400"/>
                <a:gd name="connsiteY8" fmla="*/ 1010652 h 2637322"/>
                <a:gd name="connsiteX9" fmla="*/ 2763252 w 3581400"/>
                <a:gd name="connsiteY9" fmla="*/ 0 h 2637322"/>
                <a:gd name="connsiteX10" fmla="*/ 1656347 w 3581400"/>
                <a:gd name="connsiteY10" fmla="*/ 818147 h 2637322"/>
                <a:gd name="connsiteX11" fmla="*/ 732322 w 3581400"/>
                <a:gd name="connsiteY11" fmla="*/ 192505 h 2637322"/>
                <a:gd name="connsiteX12" fmla="*/ 914400 w 3581400"/>
                <a:gd name="connsiteY12" fmla="*/ 1146208 h 2637322"/>
                <a:gd name="connsiteX0" fmla="*/ 914400 w 3581400"/>
                <a:gd name="connsiteY0" fmla="*/ 1146208 h 2637322"/>
                <a:gd name="connsiteX1" fmla="*/ 0 w 3581400"/>
                <a:gd name="connsiteY1" fmla="*/ 1527208 h 2637322"/>
                <a:gd name="connsiteX2" fmla="*/ 1066799 w 3581400"/>
                <a:gd name="connsiteY2" fmla="*/ 1679608 h 2637322"/>
                <a:gd name="connsiteX3" fmla="*/ 1295399 w 3581400"/>
                <a:gd name="connsiteY3" fmla="*/ 2517808 h 2637322"/>
                <a:gd name="connsiteX4" fmla="*/ 1904999 w 3581400"/>
                <a:gd name="connsiteY4" fmla="*/ 1984408 h 2637322"/>
                <a:gd name="connsiteX5" fmla="*/ 2898006 w 3581400"/>
                <a:gd name="connsiteY5" fmla="*/ 2637322 h 2637322"/>
                <a:gd name="connsiteX6" fmla="*/ 2695875 w 3581400"/>
                <a:gd name="connsiteY6" fmla="*/ 1732547 h 2637322"/>
                <a:gd name="connsiteX7" fmla="*/ 3581400 w 3581400"/>
                <a:gd name="connsiteY7" fmla="*/ 1280160 h 2637322"/>
                <a:gd name="connsiteX8" fmla="*/ 2532246 w 3581400"/>
                <a:gd name="connsiteY8" fmla="*/ 1010652 h 2637322"/>
                <a:gd name="connsiteX9" fmla="*/ 2763252 w 3581400"/>
                <a:gd name="connsiteY9" fmla="*/ 0 h 2637322"/>
                <a:gd name="connsiteX10" fmla="*/ 1656347 w 3581400"/>
                <a:gd name="connsiteY10" fmla="*/ 818147 h 2637322"/>
                <a:gd name="connsiteX11" fmla="*/ 732322 w 3581400"/>
                <a:gd name="connsiteY11" fmla="*/ 192505 h 2637322"/>
                <a:gd name="connsiteX12" fmla="*/ 914400 w 3581400"/>
                <a:gd name="connsiteY12" fmla="*/ 1146208 h 2637322"/>
                <a:gd name="connsiteX0" fmla="*/ 914400 w 3581400"/>
                <a:gd name="connsiteY0" fmla="*/ 1146208 h 2637322"/>
                <a:gd name="connsiteX1" fmla="*/ 0 w 3581400"/>
                <a:gd name="connsiteY1" fmla="*/ 1527208 h 2637322"/>
                <a:gd name="connsiteX2" fmla="*/ 1066799 w 3581400"/>
                <a:gd name="connsiteY2" fmla="*/ 1679608 h 2637322"/>
                <a:gd name="connsiteX3" fmla="*/ 1295399 w 3581400"/>
                <a:gd name="connsiteY3" fmla="*/ 2517808 h 2637322"/>
                <a:gd name="connsiteX4" fmla="*/ 1904999 w 3581400"/>
                <a:gd name="connsiteY4" fmla="*/ 1832008 h 2637322"/>
                <a:gd name="connsiteX5" fmla="*/ 2898006 w 3581400"/>
                <a:gd name="connsiteY5" fmla="*/ 2637322 h 2637322"/>
                <a:gd name="connsiteX6" fmla="*/ 2695875 w 3581400"/>
                <a:gd name="connsiteY6" fmla="*/ 1732547 h 2637322"/>
                <a:gd name="connsiteX7" fmla="*/ 3581400 w 3581400"/>
                <a:gd name="connsiteY7" fmla="*/ 1280160 h 2637322"/>
                <a:gd name="connsiteX8" fmla="*/ 2532246 w 3581400"/>
                <a:gd name="connsiteY8" fmla="*/ 1010652 h 2637322"/>
                <a:gd name="connsiteX9" fmla="*/ 2763252 w 3581400"/>
                <a:gd name="connsiteY9" fmla="*/ 0 h 2637322"/>
                <a:gd name="connsiteX10" fmla="*/ 1656347 w 3581400"/>
                <a:gd name="connsiteY10" fmla="*/ 818147 h 2637322"/>
                <a:gd name="connsiteX11" fmla="*/ 732322 w 3581400"/>
                <a:gd name="connsiteY11" fmla="*/ 192505 h 2637322"/>
                <a:gd name="connsiteX12" fmla="*/ 914400 w 3581400"/>
                <a:gd name="connsiteY12" fmla="*/ 1146208 h 2637322"/>
                <a:gd name="connsiteX0" fmla="*/ 914400 w 3581400"/>
                <a:gd name="connsiteY0" fmla="*/ 1146208 h 2517808"/>
                <a:gd name="connsiteX1" fmla="*/ 0 w 3581400"/>
                <a:gd name="connsiteY1" fmla="*/ 1527208 h 2517808"/>
                <a:gd name="connsiteX2" fmla="*/ 1066799 w 3581400"/>
                <a:gd name="connsiteY2" fmla="*/ 1679608 h 2517808"/>
                <a:gd name="connsiteX3" fmla="*/ 1295399 w 3581400"/>
                <a:gd name="connsiteY3" fmla="*/ 2517808 h 2517808"/>
                <a:gd name="connsiteX4" fmla="*/ 1904999 w 3581400"/>
                <a:gd name="connsiteY4" fmla="*/ 1832008 h 2517808"/>
                <a:gd name="connsiteX5" fmla="*/ 2743200 w 3581400"/>
                <a:gd name="connsiteY5" fmla="*/ 2316480 h 2517808"/>
                <a:gd name="connsiteX6" fmla="*/ 2695875 w 3581400"/>
                <a:gd name="connsiteY6" fmla="*/ 1732547 h 2517808"/>
                <a:gd name="connsiteX7" fmla="*/ 3581400 w 3581400"/>
                <a:gd name="connsiteY7" fmla="*/ 1280160 h 2517808"/>
                <a:gd name="connsiteX8" fmla="*/ 2532246 w 3581400"/>
                <a:gd name="connsiteY8" fmla="*/ 1010652 h 2517808"/>
                <a:gd name="connsiteX9" fmla="*/ 2763252 w 3581400"/>
                <a:gd name="connsiteY9" fmla="*/ 0 h 2517808"/>
                <a:gd name="connsiteX10" fmla="*/ 1656347 w 3581400"/>
                <a:gd name="connsiteY10" fmla="*/ 818147 h 2517808"/>
                <a:gd name="connsiteX11" fmla="*/ 732322 w 3581400"/>
                <a:gd name="connsiteY11" fmla="*/ 192505 h 2517808"/>
                <a:gd name="connsiteX12" fmla="*/ 914400 w 3581400"/>
                <a:gd name="connsiteY12" fmla="*/ 1146208 h 2517808"/>
                <a:gd name="connsiteX0" fmla="*/ 914400 w 3581400"/>
                <a:gd name="connsiteY0" fmla="*/ 1146208 h 2517808"/>
                <a:gd name="connsiteX1" fmla="*/ 0 w 3581400"/>
                <a:gd name="connsiteY1" fmla="*/ 1527208 h 2517808"/>
                <a:gd name="connsiteX2" fmla="*/ 1066799 w 3581400"/>
                <a:gd name="connsiteY2" fmla="*/ 1679608 h 2517808"/>
                <a:gd name="connsiteX3" fmla="*/ 1295399 w 3581400"/>
                <a:gd name="connsiteY3" fmla="*/ 2517808 h 2517808"/>
                <a:gd name="connsiteX4" fmla="*/ 1904999 w 3581400"/>
                <a:gd name="connsiteY4" fmla="*/ 1832008 h 2517808"/>
                <a:gd name="connsiteX5" fmla="*/ 2590800 w 3581400"/>
                <a:gd name="connsiteY5" fmla="*/ 2240280 h 2517808"/>
                <a:gd name="connsiteX6" fmla="*/ 2695875 w 3581400"/>
                <a:gd name="connsiteY6" fmla="*/ 1732547 h 2517808"/>
                <a:gd name="connsiteX7" fmla="*/ 3581400 w 3581400"/>
                <a:gd name="connsiteY7" fmla="*/ 1280160 h 2517808"/>
                <a:gd name="connsiteX8" fmla="*/ 2532246 w 3581400"/>
                <a:gd name="connsiteY8" fmla="*/ 1010652 h 2517808"/>
                <a:gd name="connsiteX9" fmla="*/ 2763252 w 3581400"/>
                <a:gd name="connsiteY9" fmla="*/ 0 h 2517808"/>
                <a:gd name="connsiteX10" fmla="*/ 1656347 w 3581400"/>
                <a:gd name="connsiteY10" fmla="*/ 818147 h 2517808"/>
                <a:gd name="connsiteX11" fmla="*/ 732322 w 3581400"/>
                <a:gd name="connsiteY11" fmla="*/ 192505 h 2517808"/>
                <a:gd name="connsiteX12" fmla="*/ 914400 w 3581400"/>
                <a:gd name="connsiteY12" fmla="*/ 1146208 h 2517808"/>
                <a:gd name="connsiteX0" fmla="*/ 914400 w 3581400"/>
                <a:gd name="connsiteY0" fmla="*/ 1146208 h 2517808"/>
                <a:gd name="connsiteX1" fmla="*/ 0 w 3581400"/>
                <a:gd name="connsiteY1" fmla="*/ 1527208 h 2517808"/>
                <a:gd name="connsiteX2" fmla="*/ 1066799 w 3581400"/>
                <a:gd name="connsiteY2" fmla="*/ 1679608 h 2517808"/>
                <a:gd name="connsiteX3" fmla="*/ 1295399 w 3581400"/>
                <a:gd name="connsiteY3" fmla="*/ 2517808 h 2517808"/>
                <a:gd name="connsiteX4" fmla="*/ 1904999 w 3581400"/>
                <a:gd name="connsiteY4" fmla="*/ 1832008 h 2517808"/>
                <a:gd name="connsiteX5" fmla="*/ 2590800 w 3581400"/>
                <a:gd name="connsiteY5" fmla="*/ 2240280 h 2517808"/>
                <a:gd name="connsiteX6" fmla="*/ 2362200 w 3581400"/>
                <a:gd name="connsiteY6" fmla="*/ 1554480 h 2517808"/>
                <a:gd name="connsiteX7" fmla="*/ 3581400 w 3581400"/>
                <a:gd name="connsiteY7" fmla="*/ 1280160 h 2517808"/>
                <a:gd name="connsiteX8" fmla="*/ 2532246 w 3581400"/>
                <a:gd name="connsiteY8" fmla="*/ 1010652 h 2517808"/>
                <a:gd name="connsiteX9" fmla="*/ 2763252 w 3581400"/>
                <a:gd name="connsiteY9" fmla="*/ 0 h 2517808"/>
                <a:gd name="connsiteX10" fmla="*/ 1656347 w 3581400"/>
                <a:gd name="connsiteY10" fmla="*/ 818147 h 2517808"/>
                <a:gd name="connsiteX11" fmla="*/ 732322 w 3581400"/>
                <a:gd name="connsiteY11" fmla="*/ 192505 h 2517808"/>
                <a:gd name="connsiteX12" fmla="*/ 914400 w 3581400"/>
                <a:gd name="connsiteY12" fmla="*/ 1146208 h 2517808"/>
                <a:gd name="connsiteX0" fmla="*/ 914400 w 2971800"/>
                <a:gd name="connsiteY0" fmla="*/ 1146208 h 2517808"/>
                <a:gd name="connsiteX1" fmla="*/ 0 w 2971800"/>
                <a:gd name="connsiteY1" fmla="*/ 1527208 h 2517808"/>
                <a:gd name="connsiteX2" fmla="*/ 1066799 w 2971800"/>
                <a:gd name="connsiteY2" fmla="*/ 1679608 h 2517808"/>
                <a:gd name="connsiteX3" fmla="*/ 1295399 w 2971800"/>
                <a:gd name="connsiteY3" fmla="*/ 2517808 h 2517808"/>
                <a:gd name="connsiteX4" fmla="*/ 1904999 w 2971800"/>
                <a:gd name="connsiteY4" fmla="*/ 1832008 h 2517808"/>
                <a:gd name="connsiteX5" fmla="*/ 2590800 w 2971800"/>
                <a:gd name="connsiteY5" fmla="*/ 2240280 h 2517808"/>
                <a:gd name="connsiteX6" fmla="*/ 2362200 w 2971800"/>
                <a:gd name="connsiteY6" fmla="*/ 1554480 h 2517808"/>
                <a:gd name="connsiteX7" fmla="*/ 2971800 w 2971800"/>
                <a:gd name="connsiteY7" fmla="*/ 1097280 h 2517808"/>
                <a:gd name="connsiteX8" fmla="*/ 2532246 w 2971800"/>
                <a:gd name="connsiteY8" fmla="*/ 1010652 h 2517808"/>
                <a:gd name="connsiteX9" fmla="*/ 2763252 w 2971800"/>
                <a:gd name="connsiteY9" fmla="*/ 0 h 2517808"/>
                <a:gd name="connsiteX10" fmla="*/ 1656347 w 2971800"/>
                <a:gd name="connsiteY10" fmla="*/ 818147 h 2517808"/>
                <a:gd name="connsiteX11" fmla="*/ 732322 w 2971800"/>
                <a:gd name="connsiteY11" fmla="*/ 192505 h 2517808"/>
                <a:gd name="connsiteX12" fmla="*/ 914400 w 2971800"/>
                <a:gd name="connsiteY12" fmla="*/ 1146208 h 251780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532246 w 2971800"/>
                <a:gd name="connsiteY8" fmla="*/ 903972 h 2411128"/>
                <a:gd name="connsiteX9" fmla="*/ 2438400 w 2971800"/>
                <a:gd name="connsiteY9" fmla="*/ 0 h 2411128"/>
                <a:gd name="connsiteX10" fmla="*/ 1656347 w 2971800"/>
                <a:gd name="connsiteY10" fmla="*/ 711467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532246 w 2971800"/>
                <a:gd name="connsiteY8" fmla="*/ 903972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2860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143000 w 2971800"/>
                <a:gd name="connsiteY2" fmla="*/ 1600200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90600 w 2971800"/>
                <a:gd name="connsiteY0" fmla="*/ 990600 h 2411128"/>
                <a:gd name="connsiteX1" fmla="*/ 0 w 2971800"/>
                <a:gd name="connsiteY1" fmla="*/ 1420528 h 2411128"/>
                <a:gd name="connsiteX2" fmla="*/ 1143000 w 2971800"/>
                <a:gd name="connsiteY2" fmla="*/ 1600200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90600 w 2971800"/>
                <a:gd name="connsiteY12" fmla="*/ 990600 h 2411128"/>
                <a:gd name="connsiteX0" fmla="*/ 932848 w 2971800"/>
                <a:gd name="connsiteY0" fmla="*/ 1013059 h 2411128"/>
                <a:gd name="connsiteX1" fmla="*/ 0 w 2971800"/>
                <a:gd name="connsiteY1" fmla="*/ 1420528 h 2411128"/>
                <a:gd name="connsiteX2" fmla="*/ 1143000 w 2971800"/>
                <a:gd name="connsiteY2" fmla="*/ 1600200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32848 w 2971800"/>
                <a:gd name="connsiteY12" fmla="*/ 1013059 h 2411128"/>
                <a:gd name="connsiteX0" fmla="*/ 924025 w 2962977"/>
                <a:gd name="connsiteY0" fmla="*/ 1013059 h 2411128"/>
                <a:gd name="connsiteX1" fmla="*/ 0 w 2962977"/>
                <a:gd name="connsiteY1" fmla="*/ 1428549 h 2411128"/>
                <a:gd name="connsiteX2" fmla="*/ 1134177 w 2962977"/>
                <a:gd name="connsiteY2" fmla="*/ 1600200 h 2411128"/>
                <a:gd name="connsiteX3" fmla="*/ 1286576 w 2962977"/>
                <a:gd name="connsiteY3" fmla="*/ 2411128 h 2411128"/>
                <a:gd name="connsiteX4" fmla="*/ 1743777 w 2962977"/>
                <a:gd name="connsiteY4" fmla="*/ 1752600 h 2411128"/>
                <a:gd name="connsiteX5" fmla="*/ 2581977 w 2962977"/>
                <a:gd name="connsiteY5" fmla="*/ 2133600 h 2411128"/>
                <a:gd name="connsiteX6" fmla="*/ 2353377 w 2962977"/>
                <a:gd name="connsiteY6" fmla="*/ 1371600 h 2411128"/>
                <a:gd name="connsiteX7" fmla="*/ 2962977 w 2962977"/>
                <a:gd name="connsiteY7" fmla="*/ 990600 h 2411128"/>
                <a:gd name="connsiteX8" fmla="*/ 2200977 w 2962977"/>
                <a:gd name="connsiteY8" fmla="*/ 838200 h 2411128"/>
                <a:gd name="connsiteX9" fmla="*/ 2429577 w 2962977"/>
                <a:gd name="connsiteY9" fmla="*/ 0 h 2411128"/>
                <a:gd name="connsiteX10" fmla="*/ 1591377 w 2962977"/>
                <a:gd name="connsiteY10" fmla="*/ 685800 h 2411128"/>
                <a:gd name="connsiteX11" fmla="*/ 723499 w 2962977"/>
                <a:gd name="connsiteY11" fmla="*/ 85825 h 2411128"/>
                <a:gd name="connsiteX12" fmla="*/ 924025 w 2962977"/>
                <a:gd name="connsiteY12" fmla="*/ 1013059 h 2411128"/>
                <a:gd name="connsiteX0" fmla="*/ 886326 w 2925278"/>
                <a:gd name="connsiteY0" fmla="*/ 1013059 h 2411128"/>
                <a:gd name="connsiteX1" fmla="*/ 0 w 2925278"/>
                <a:gd name="connsiteY1" fmla="*/ 1436570 h 2411128"/>
                <a:gd name="connsiteX2" fmla="*/ 1096478 w 2925278"/>
                <a:gd name="connsiteY2" fmla="*/ 1600200 h 2411128"/>
                <a:gd name="connsiteX3" fmla="*/ 1248877 w 2925278"/>
                <a:gd name="connsiteY3" fmla="*/ 2411128 h 2411128"/>
                <a:gd name="connsiteX4" fmla="*/ 1706078 w 2925278"/>
                <a:gd name="connsiteY4" fmla="*/ 1752600 h 2411128"/>
                <a:gd name="connsiteX5" fmla="*/ 2544278 w 2925278"/>
                <a:gd name="connsiteY5" fmla="*/ 2133600 h 2411128"/>
                <a:gd name="connsiteX6" fmla="*/ 2315678 w 2925278"/>
                <a:gd name="connsiteY6" fmla="*/ 1371600 h 2411128"/>
                <a:gd name="connsiteX7" fmla="*/ 2925278 w 2925278"/>
                <a:gd name="connsiteY7" fmla="*/ 990600 h 2411128"/>
                <a:gd name="connsiteX8" fmla="*/ 2163278 w 2925278"/>
                <a:gd name="connsiteY8" fmla="*/ 838200 h 2411128"/>
                <a:gd name="connsiteX9" fmla="*/ 2391878 w 2925278"/>
                <a:gd name="connsiteY9" fmla="*/ 0 h 2411128"/>
                <a:gd name="connsiteX10" fmla="*/ 1553678 w 2925278"/>
                <a:gd name="connsiteY10" fmla="*/ 685800 h 2411128"/>
                <a:gd name="connsiteX11" fmla="*/ 685800 w 2925278"/>
                <a:gd name="connsiteY11" fmla="*/ 85825 h 2411128"/>
                <a:gd name="connsiteX12" fmla="*/ 886326 w 2925278"/>
                <a:gd name="connsiteY12" fmla="*/ 1013059 h 2411128"/>
                <a:gd name="connsiteX0" fmla="*/ 886326 w 2925278"/>
                <a:gd name="connsiteY0" fmla="*/ 1013059 h 2411128"/>
                <a:gd name="connsiteX1" fmla="*/ 0 w 2925278"/>
                <a:gd name="connsiteY1" fmla="*/ 1436570 h 2411128"/>
                <a:gd name="connsiteX2" fmla="*/ 1096478 w 2925278"/>
                <a:gd name="connsiteY2" fmla="*/ 1600200 h 2411128"/>
                <a:gd name="connsiteX3" fmla="*/ 1248877 w 2925278"/>
                <a:gd name="connsiteY3" fmla="*/ 2411128 h 2411128"/>
                <a:gd name="connsiteX4" fmla="*/ 1706078 w 2925278"/>
                <a:gd name="connsiteY4" fmla="*/ 1752600 h 2411128"/>
                <a:gd name="connsiteX5" fmla="*/ 2544278 w 2925278"/>
                <a:gd name="connsiteY5" fmla="*/ 2133600 h 2411128"/>
                <a:gd name="connsiteX6" fmla="*/ 2315678 w 2925278"/>
                <a:gd name="connsiteY6" fmla="*/ 1371600 h 2411128"/>
                <a:gd name="connsiteX7" fmla="*/ 2925278 w 2925278"/>
                <a:gd name="connsiteY7" fmla="*/ 990600 h 2411128"/>
                <a:gd name="connsiteX8" fmla="*/ 2163278 w 2925278"/>
                <a:gd name="connsiteY8" fmla="*/ 838200 h 2411128"/>
                <a:gd name="connsiteX9" fmla="*/ 2391878 w 2925278"/>
                <a:gd name="connsiteY9" fmla="*/ 0 h 2411128"/>
                <a:gd name="connsiteX10" fmla="*/ 1553678 w 2925278"/>
                <a:gd name="connsiteY10" fmla="*/ 685800 h 2411128"/>
                <a:gd name="connsiteX11" fmla="*/ 702644 w 2925278"/>
                <a:gd name="connsiteY11" fmla="*/ 118711 h 2411128"/>
                <a:gd name="connsiteX12" fmla="*/ 886326 w 2925278"/>
                <a:gd name="connsiteY12" fmla="*/ 1013059 h 2411128"/>
                <a:gd name="connsiteX0" fmla="*/ 886326 w 2925278"/>
                <a:gd name="connsiteY0" fmla="*/ 1013059 h 2411128"/>
                <a:gd name="connsiteX1" fmla="*/ 0 w 2925278"/>
                <a:gd name="connsiteY1" fmla="*/ 1436570 h 2411128"/>
                <a:gd name="connsiteX2" fmla="*/ 1096478 w 2925278"/>
                <a:gd name="connsiteY2" fmla="*/ 1600200 h 2411128"/>
                <a:gd name="connsiteX3" fmla="*/ 1248877 w 2925278"/>
                <a:gd name="connsiteY3" fmla="*/ 2411128 h 2411128"/>
                <a:gd name="connsiteX4" fmla="*/ 1706078 w 2925278"/>
                <a:gd name="connsiteY4" fmla="*/ 1752600 h 2411128"/>
                <a:gd name="connsiteX5" fmla="*/ 2544278 w 2925278"/>
                <a:gd name="connsiteY5" fmla="*/ 2133600 h 2411128"/>
                <a:gd name="connsiteX6" fmla="*/ 2315678 w 2925278"/>
                <a:gd name="connsiteY6" fmla="*/ 1371600 h 2411128"/>
                <a:gd name="connsiteX7" fmla="*/ 2925278 w 2925278"/>
                <a:gd name="connsiteY7" fmla="*/ 990600 h 2411128"/>
                <a:gd name="connsiteX8" fmla="*/ 2163278 w 2925278"/>
                <a:gd name="connsiteY8" fmla="*/ 838200 h 2411128"/>
                <a:gd name="connsiteX9" fmla="*/ 2391878 w 2925278"/>
                <a:gd name="connsiteY9" fmla="*/ 0 h 2411128"/>
                <a:gd name="connsiteX10" fmla="*/ 1495926 w 2925278"/>
                <a:gd name="connsiteY10" fmla="*/ 637674 h 2411128"/>
                <a:gd name="connsiteX11" fmla="*/ 702644 w 2925278"/>
                <a:gd name="connsiteY11" fmla="*/ 118711 h 2411128"/>
                <a:gd name="connsiteX12" fmla="*/ 886326 w 2925278"/>
                <a:gd name="connsiteY12" fmla="*/ 1013059 h 2411128"/>
                <a:gd name="connsiteX0" fmla="*/ 886326 w 2925278"/>
                <a:gd name="connsiteY0" fmla="*/ 1061185 h 2459254"/>
                <a:gd name="connsiteX1" fmla="*/ 0 w 2925278"/>
                <a:gd name="connsiteY1" fmla="*/ 1484696 h 2459254"/>
                <a:gd name="connsiteX2" fmla="*/ 1096478 w 2925278"/>
                <a:gd name="connsiteY2" fmla="*/ 1648326 h 2459254"/>
                <a:gd name="connsiteX3" fmla="*/ 1248877 w 2925278"/>
                <a:gd name="connsiteY3" fmla="*/ 2459254 h 2459254"/>
                <a:gd name="connsiteX4" fmla="*/ 1706078 w 2925278"/>
                <a:gd name="connsiteY4" fmla="*/ 1800726 h 2459254"/>
                <a:gd name="connsiteX5" fmla="*/ 2544278 w 2925278"/>
                <a:gd name="connsiteY5" fmla="*/ 2181726 h 2459254"/>
                <a:gd name="connsiteX6" fmla="*/ 2315678 w 2925278"/>
                <a:gd name="connsiteY6" fmla="*/ 1419726 h 2459254"/>
                <a:gd name="connsiteX7" fmla="*/ 2925278 w 2925278"/>
                <a:gd name="connsiteY7" fmla="*/ 1038726 h 2459254"/>
                <a:gd name="connsiteX8" fmla="*/ 2163278 w 2925278"/>
                <a:gd name="connsiteY8" fmla="*/ 886326 h 2459254"/>
                <a:gd name="connsiteX9" fmla="*/ 2391878 w 2925278"/>
                <a:gd name="connsiteY9" fmla="*/ 0 h 2459254"/>
                <a:gd name="connsiteX10" fmla="*/ 1495926 w 2925278"/>
                <a:gd name="connsiteY10" fmla="*/ 685800 h 2459254"/>
                <a:gd name="connsiteX11" fmla="*/ 702644 w 2925278"/>
                <a:gd name="connsiteY11" fmla="*/ 166837 h 2459254"/>
                <a:gd name="connsiteX12" fmla="*/ 886326 w 2925278"/>
                <a:gd name="connsiteY12" fmla="*/ 1061185 h 2459254"/>
                <a:gd name="connsiteX0" fmla="*/ 886326 w 2925278"/>
                <a:gd name="connsiteY0" fmla="*/ 1061185 h 2459254"/>
                <a:gd name="connsiteX1" fmla="*/ 0 w 2925278"/>
                <a:gd name="connsiteY1" fmla="*/ 1484696 h 2459254"/>
                <a:gd name="connsiteX2" fmla="*/ 1096478 w 2925278"/>
                <a:gd name="connsiteY2" fmla="*/ 1648326 h 2459254"/>
                <a:gd name="connsiteX3" fmla="*/ 1248877 w 2925278"/>
                <a:gd name="connsiteY3" fmla="*/ 2459254 h 2459254"/>
                <a:gd name="connsiteX4" fmla="*/ 1706078 w 2925278"/>
                <a:gd name="connsiteY4" fmla="*/ 1800726 h 2459254"/>
                <a:gd name="connsiteX5" fmla="*/ 2544278 w 2925278"/>
                <a:gd name="connsiteY5" fmla="*/ 2181726 h 2459254"/>
                <a:gd name="connsiteX6" fmla="*/ 2315678 w 2925278"/>
                <a:gd name="connsiteY6" fmla="*/ 1419726 h 2459254"/>
                <a:gd name="connsiteX7" fmla="*/ 2925278 w 2925278"/>
                <a:gd name="connsiteY7" fmla="*/ 1038726 h 2459254"/>
                <a:gd name="connsiteX8" fmla="*/ 2221029 w 2925278"/>
                <a:gd name="connsiteY8" fmla="*/ 847825 h 2459254"/>
                <a:gd name="connsiteX9" fmla="*/ 2391878 w 2925278"/>
                <a:gd name="connsiteY9" fmla="*/ 0 h 2459254"/>
                <a:gd name="connsiteX10" fmla="*/ 1495926 w 2925278"/>
                <a:gd name="connsiteY10" fmla="*/ 685800 h 2459254"/>
                <a:gd name="connsiteX11" fmla="*/ 702644 w 2925278"/>
                <a:gd name="connsiteY11" fmla="*/ 166837 h 2459254"/>
                <a:gd name="connsiteX12" fmla="*/ 886326 w 2925278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06078 w 3040781"/>
                <a:gd name="connsiteY4" fmla="*/ 1800726 h 2459254"/>
                <a:gd name="connsiteX5" fmla="*/ 2544278 w 3040781"/>
                <a:gd name="connsiteY5" fmla="*/ 2181726 h 2459254"/>
                <a:gd name="connsiteX6" fmla="*/ 2315678 w 3040781"/>
                <a:gd name="connsiteY6" fmla="*/ 1419726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06078 w 3040781"/>
                <a:gd name="connsiteY4" fmla="*/ 1800726 h 2459254"/>
                <a:gd name="connsiteX5" fmla="*/ 2544278 w 3040781"/>
                <a:gd name="connsiteY5" fmla="*/ 2210602 h 2459254"/>
                <a:gd name="connsiteX6" fmla="*/ 2315678 w 3040781"/>
                <a:gd name="connsiteY6" fmla="*/ 1419726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06078 w 3040781"/>
                <a:gd name="connsiteY4" fmla="*/ 1800726 h 2459254"/>
                <a:gd name="connsiteX5" fmla="*/ 2544278 w 3040781"/>
                <a:gd name="connsiteY5" fmla="*/ 2210602 h 2459254"/>
                <a:gd name="connsiteX6" fmla="*/ 2354179 w 3040781"/>
                <a:gd name="connsiteY6" fmla="*/ 1410101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25328 w 3040781"/>
                <a:gd name="connsiteY4" fmla="*/ 1839227 h 2459254"/>
                <a:gd name="connsiteX5" fmla="*/ 2544278 w 3040781"/>
                <a:gd name="connsiteY5" fmla="*/ 2210602 h 2459254"/>
                <a:gd name="connsiteX6" fmla="*/ 2354179 w 3040781"/>
                <a:gd name="connsiteY6" fmla="*/ 1410101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555506"/>
                <a:gd name="connsiteX1" fmla="*/ 0 w 3040781"/>
                <a:gd name="connsiteY1" fmla="*/ 1484696 h 2555506"/>
                <a:gd name="connsiteX2" fmla="*/ 1096478 w 3040781"/>
                <a:gd name="connsiteY2" fmla="*/ 1648326 h 2555506"/>
                <a:gd name="connsiteX3" fmla="*/ 1258502 w 3040781"/>
                <a:gd name="connsiteY3" fmla="*/ 2555506 h 2555506"/>
                <a:gd name="connsiteX4" fmla="*/ 1725328 w 3040781"/>
                <a:gd name="connsiteY4" fmla="*/ 1839227 h 2555506"/>
                <a:gd name="connsiteX5" fmla="*/ 2544278 w 3040781"/>
                <a:gd name="connsiteY5" fmla="*/ 2210602 h 2555506"/>
                <a:gd name="connsiteX6" fmla="*/ 2354179 w 3040781"/>
                <a:gd name="connsiteY6" fmla="*/ 1410101 h 2555506"/>
                <a:gd name="connsiteX7" fmla="*/ 3040781 w 3040781"/>
                <a:gd name="connsiteY7" fmla="*/ 1057976 h 2555506"/>
                <a:gd name="connsiteX8" fmla="*/ 2221029 w 3040781"/>
                <a:gd name="connsiteY8" fmla="*/ 847825 h 2555506"/>
                <a:gd name="connsiteX9" fmla="*/ 2391878 w 3040781"/>
                <a:gd name="connsiteY9" fmla="*/ 0 h 2555506"/>
                <a:gd name="connsiteX10" fmla="*/ 1495926 w 3040781"/>
                <a:gd name="connsiteY10" fmla="*/ 685800 h 2555506"/>
                <a:gd name="connsiteX11" fmla="*/ 702644 w 3040781"/>
                <a:gd name="connsiteY11" fmla="*/ 166837 h 2555506"/>
                <a:gd name="connsiteX12" fmla="*/ 886326 w 3040781"/>
                <a:gd name="connsiteY12" fmla="*/ 1061185 h 2555506"/>
                <a:gd name="connsiteX0" fmla="*/ 953702 w 3108157"/>
                <a:gd name="connsiteY0" fmla="*/ 1061185 h 2555506"/>
                <a:gd name="connsiteX1" fmla="*/ 0 w 3108157"/>
                <a:gd name="connsiteY1" fmla="*/ 1513572 h 2555506"/>
                <a:gd name="connsiteX2" fmla="*/ 1163854 w 3108157"/>
                <a:gd name="connsiteY2" fmla="*/ 1648326 h 2555506"/>
                <a:gd name="connsiteX3" fmla="*/ 1325878 w 3108157"/>
                <a:gd name="connsiteY3" fmla="*/ 2555506 h 2555506"/>
                <a:gd name="connsiteX4" fmla="*/ 1792704 w 3108157"/>
                <a:gd name="connsiteY4" fmla="*/ 1839227 h 2555506"/>
                <a:gd name="connsiteX5" fmla="*/ 2611654 w 3108157"/>
                <a:gd name="connsiteY5" fmla="*/ 2210602 h 2555506"/>
                <a:gd name="connsiteX6" fmla="*/ 2421555 w 3108157"/>
                <a:gd name="connsiteY6" fmla="*/ 1410101 h 2555506"/>
                <a:gd name="connsiteX7" fmla="*/ 3108157 w 3108157"/>
                <a:gd name="connsiteY7" fmla="*/ 1057976 h 2555506"/>
                <a:gd name="connsiteX8" fmla="*/ 2288405 w 3108157"/>
                <a:gd name="connsiteY8" fmla="*/ 847825 h 2555506"/>
                <a:gd name="connsiteX9" fmla="*/ 2459254 w 3108157"/>
                <a:gd name="connsiteY9" fmla="*/ 0 h 2555506"/>
                <a:gd name="connsiteX10" fmla="*/ 1563302 w 3108157"/>
                <a:gd name="connsiteY10" fmla="*/ 685800 h 2555506"/>
                <a:gd name="connsiteX11" fmla="*/ 770020 w 3108157"/>
                <a:gd name="connsiteY11" fmla="*/ 166837 h 2555506"/>
                <a:gd name="connsiteX12" fmla="*/ 953702 w 3108157"/>
                <a:gd name="connsiteY12" fmla="*/ 1061185 h 2555506"/>
                <a:gd name="connsiteX0" fmla="*/ 972953 w 3108157"/>
                <a:gd name="connsiteY0" fmla="*/ 1090061 h 2555506"/>
                <a:gd name="connsiteX1" fmla="*/ 0 w 3108157"/>
                <a:gd name="connsiteY1" fmla="*/ 1513572 h 2555506"/>
                <a:gd name="connsiteX2" fmla="*/ 1163854 w 3108157"/>
                <a:gd name="connsiteY2" fmla="*/ 1648326 h 2555506"/>
                <a:gd name="connsiteX3" fmla="*/ 1325878 w 3108157"/>
                <a:gd name="connsiteY3" fmla="*/ 2555506 h 2555506"/>
                <a:gd name="connsiteX4" fmla="*/ 1792704 w 3108157"/>
                <a:gd name="connsiteY4" fmla="*/ 1839227 h 2555506"/>
                <a:gd name="connsiteX5" fmla="*/ 2611654 w 3108157"/>
                <a:gd name="connsiteY5" fmla="*/ 2210602 h 2555506"/>
                <a:gd name="connsiteX6" fmla="*/ 2421555 w 3108157"/>
                <a:gd name="connsiteY6" fmla="*/ 1410101 h 2555506"/>
                <a:gd name="connsiteX7" fmla="*/ 3108157 w 3108157"/>
                <a:gd name="connsiteY7" fmla="*/ 1057976 h 2555506"/>
                <a:gd name="connsiteX8" fmla="*/ 2288405 w 3108157"/>
                <a:gd name="connsiteY8" fmla="*/ 847825 h 2555506"/>
                <a:gd name="connsiteX9" fmla="*/ 2459254 w 3108157"/>
                <a:gd name="connsiteY9" fmla="*/ 0 h 2555506"/>
                <a:gd name="connsiteX10" fmla="*/ 1563302 w 3108157"/>
                <a:gd name="connsiteY10" fmla="*/ 685800 h 2555506"/>
                <a:gd name="connsiteX11" fmla="*/ 770020 w 3108157"/>
                <a:gd name="connsiteY11" fmla="*/ 166837 h 2555506"/>
                <a:gd name="connsiteX12" fmla="*/ 972953 w 3108157"/>
                <a:gd name="connsiteY12" fmla="*/ 1090061 h 2555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08157" h="2555506">
                  <a:moveTo>
                    <a:pt x="972953" y="1090061"/>
                  </a:moveTo>
                  <a:lnTo>
                    <a:pt x="0" y="1513572"/>
                  </a:lnTo>
                  <a:lnTo>
                    <a:pt x="1163854" y="1648326"/>
                  </a:lnTo>
                  <a:lnTo>
                    <a:pt x="1325878" y="2555506"/>
                  </a:lnTo>
                  <a:lnTo>
                    <a:pt x="1792704" y="1839227"/>
                  </a:lnTo>
                  <a:lnTo>
                    <a:pt x="2611654" y="2210602"/>
                  </a:lnTo>
                  <a:lnTo>
                    <a:pt x="2421555" y="1410101"/>
                  </a:lnTo>
                  <a:lnTo>
                    <a:pt x="3108157" y="1057976"/>
                  </a:lnTo>
                  <a:lnTo>
                    <a:pt x="2288405" y="847825"/>
                  </a:lnTo>
                  <a:lnTo>
                    <a:pt x="2459254" y="0"/>
                  </a:lnTo>
                  <a:lnTo>
                    <a:pt x="1563302" y="685800"/>
                  </a:lnTo>
                  <a:lnTo>
                    <a:pt x="770020" y="166837"/>
                  </a:lnTo>
                  <a:lnTo>
                    <a:pt x="972953" y="1090061"/>
                  </a:lnTo>
                  <a:close/>
                </a:path>
              </a:pathLst>
            </a:cu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94" name="Freeform 193"/>
            <p:cNvSpPr/>
            <p:nvPr/>
          </p:nvSpPr>
          <p:spPr bwMode="auto">
            <a:xfrm>
              <a:off x="1114125" y="4076300"/>
              <a:ext cx="2535453" cy="2084633"/>
            </a:xfrm>
            <a:custGeom>
              <a:avLst/>
              <a:gdLst>
                <a:gd name="connsiteX0" fmla="*/ 1549667 w 3830855"/>
                <a:gd name="connsiteY0" fmla="*/ 1135781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232034 w 3830855"/>
                <a:gd name="connsiteY12" fmla="*/ 1280160 h 3051208"/>
                <a:gd name="connsiteX13" fmla="*/ 1549667 w 3830855"/>
                <a:gd name="connsiteY13" fmla="*/ 1135781 h 3051208"/>
                <a:gd name="connsiteX0" fmla="*/ 1232034 w 3830855"/>
                <a:gd name="connsiteY0" fmla="*/ 1280160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232034 w 3830855"/>
                <a:gd name="connsiteY12" fmla="*/ 1280160 h 3051208"/>
                <a:gd name="connsiteX0" fmla="*/ 1163855 w 3830855"/>
                <a:gd name="connsiteY0" fmla="*/ 1146208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163855 w 3830855"/>
                <a:gd name="connsiteY12" fmla="*/ 1146208 h 3051208"/>
                <a:gd name="connsiteX0" fmla="*/ 914400 w 3581400"/>
                <a:gd name="connsiteY0" fmla="*/ 1146208 h 3051208"/>
                <a:gd name="connsiteX1" fmla="*/ 0 w 3581400"/>
                <a:gd name="connsiteY1" fmla="*/ 1527208 h 3051208"/>
                <a:gd name="connsiteX2" fmla="*/ 1184709 w 3581400"/>
                <a:gd name="connsiteY2" fmla="*/ 2002054 h 3051208"/>
                <a:gd name="connsiteX3" fmla="*/ 1425341 w 3581400"/>
                <a:gd name="connsiteY3" fmla="*/ 3051208 h 3051208"/>
                <a:gd name="connsiteX4" fmla="*/ 1964355 w 3581400"/>
                <a:gd name="connsiteY4" fmla="*/ 2233061 h 3051208"/>
                <a:gd name="connsiteX5" fmla="*/ 2898006 w 3581400"/>
                <a:gd name="connsiteY5" fmla="*/ 2637322 h 3051208"/>
                <a:gd name="connsiteX6" fmla="*/ 2695875 w 3581400"/>
                <a:gd name="connsiteY6" fmla="*/ 1732547 h 3051208"/>
                <a:gd name="connsiteX7" fmla="*/ 3581400 w 3581400"/>
                <a:gd name="connsiteY7" fmla="*/ 1280160 h 3051208"/>
                <a:gd name="connsiteX8" fmla="*/ 2532246 w 3581400"/>
                <a:gd name="connsiteY8" fmla="*/ 1010652 h 3051208"/>
                <a:gd name="connsiteX9" fmla="*/ 2763252 w 3581400"/>
                <a:gd name="connsiteY9" fmla="*/ 0 h 3051208"/>
                <a:gd name="connsiteX10" fmla="*/ 1656347 w 3581400"/>
                <a:gd name="connsiteY10" fmla="*/ 818147 h 3051208"/>
                <a:gd name="connsiteX11" fmla="*/ 732322 w 3581400"/>
                <a:gd name="connsiteY11" fmla="*/ 192505 h 3051208"/>
                <a:gd name="connsiteX12" fmla="*/ 914400 w 3581400"/>
                <a:gd name="connsiteY12" fmla="*/ 1146208 h 3051208"/>
                <a:gd name="connsiteX0" fmla="*/ 914400 w 3581400"/>
                <a:gd name="connsiteY0" fmla="*/ 1146208 h 3051208"/>
                <a:gd name="connsiteX1" fmla="*/ 0 w 3581400"/>
                <a:gd name="connsiteY1" fmla="*/ 1527208 h 3051208"/>
                <a:gd name="connsiteX2" fmla="*/ 1066799 w 3581400"/>
                <a:gd name="connsiteY2" fmla="*/ 1679608 h 3051208"/>
                <a:gd name="connsiteX3" fmla="*/ 1425341 w 3581400"/>
                <a:gd name="connsiteY3" fmla="*/ 3051208 h 3051208"/>
                <a:gd name="connsiteX4" fmla="*/ 1964355 w 3581400"/>
                <a:gd name="connsiteY4" fmla="*/ 2233061 h 3051208"/>
                <a:gd name="connsiteX5" fmla="*/ 2898006 w 3581400"/>
                <a:gd name="connsiteY5" fmla="*/ 2637322 h 3051208"/>
                <a:gd name="connsiteX6" fmla="*/ 2695875 w 3581400"/>
                <a:gd name="connsiteY6" fmla="*/ 1732547 h 3051208"/>
                <a:gd name="connsiteX7" fmla="*/ 3581400 w 3581400"/>
                <a:gd name="connsiteY7" fmla="*/ 1280160 h 3051208"/>
                <a:gd name="connsiteX8" fmla="*/ 2532246 w 3581400"/>
                <a:gd name="connsiteY8" fmla="*/ 1010652 h 3051208"/>
                <a:gd name="connsiteX9" fmla="*/ 2763252 w 3581400"/>
                <a:gd name="connsiteY9" fmla="*/ 0 h 3051208"/>
                <a:gd name="connsiteX10" fmla="*/ 1656347 w 3581400"/>
                <a:gd name="connsiteY10" fmla="*/ 818147 h 3051208"/>
                <a:gd name="connsiteX11" fmla="*/ 732322 w 3581400"/>
                <a:gd name="connsiteY11" fmla="*/ 192505 h 3051208"/>
                <a:gd name="connsiteX12" fmla="*/ 914400 w 3581400"/>
                <a:gd name="connsiteY12" fmla="*/ 1146208 h 3051208"/>
                <a:gd name="connsiteX0" fmla="*/ 914400 w 3581400"/>
                <a:gd name="connsiteY0" fmla="*/ 1146208 h 2637322"/>
                <a:gd name="connsiteX1" fmla="*/ 0 w 3581400"/>
                <a:gd name="connsiteY1" fmla="*/ 1527208 h 2637322"/>
                <a:gd name="connsiteX2" fmla="*/ 1066799 w 3581400"/>
                <a:gd name="connsiteY2" fmla="*/ 1679608 h 2637322"/>
                <a:gd name="connsiteX3" fmla="*/ 1295399 w 3581400"/>
                <a:gd name="connsiteY3" fmla="*/ 2517808 h 2637322"/>
                <a:gd name="connsiteX4" fmla="*/ 1964355 w 3581400"/>
                <a:gd name="connsiteY4" fmla="*/ 2233061 h 2637322"/>
                <a:gd name="connsiteX5" fmla="*/ 2898006 w 3581400"/>
                <a:gd name="connsiteY5" fmla="*/ 2637322 h 2637322"/>
                <a:gd name="connsiteX6" fmla="*/ 2695875 w 3581400"/>
                <a:gd name="connsiteY6" fmla="*/ 1732547 h 2637322"/>
                <a:gd name="connsiteX7" fmla="*/ 3581400 w 3581400"/>
                <a:gd name="connsiteY7" fmla="*/ 1280160 h 2637322"/>
                <a:gd name="connsiteX8" fmla="*/ 2532246 w 3581400"/>
                <a:gd name="connsiteY8" fmla="*/ 1010652 h 2637322"/>
                <a:gd name="connsiteX9" fmla="*/ 2763252 w 3581400"/>
                <a:gd name="connsiteY9" fmla="*/ 0 h 2637322"/>
                <a:gd name="connsiteX10" fmla="*/ 1656347 w 3581400"/>
                <a:gd name="connsiteY10" fmla="*/ 818147 h 2637322"/>
                <a:gd name="connsiteX11" fmla="*/ 732322 w 3581400"/>
                <a:gd name="connsiteY11" fmla="*/ 192505 h 2637322"/>
                <a:gd name="connsiteX12" fmla="*/ 914400 w 3581400"/>
                <a:gd name="connsiteY12" fmla="*/ 1146208 h 2637322"/>
                <a:gd name="connsiteX0" fmla="*/ 914400 w 3581400"/>
                <a:gd name="connsiteY0" fmla="*/ 1146208 h 2637322"/>
                <a:gd name="connsiteX1" fmla="*/ 0 w 3581400"/>
                <a:gd name="connsiteY1" fmla="*/ 1527208 h 2637322"/>
                <a:gd name="connsiteX2" fmla="*/ 1066799 w 3581400"/>
                <a:gd name="connsiteY2" fmla="*/ 1679608 h 2637322"/>
                <a:gd name="connsiteX3" fmla="*/ 1295399 w 3581400"/>
                <a:gd name="connsiteY3" fmla="*/ 2517808 h 2637322"/>
                <a:gd name="connsiteX4" fmla="*/ 1904999 w 3581400"/>
                <a:gd name="connsiteY4" fmla="*/ 1984408 h 2637322"/>
                <a:gd name="connsiteX5" fmla="*/ 2898006 w 3581400"/>
                <a:gd name="connsiteY5" fmla="*/ 2637322 h 2637322"/>
                <a:gd name="connsiteX6" fmla="*/ 2695875 w 3581400"/>
                <a:gd name="connsiteY6" fmla="*/ 1732547 h 2637322"/>
                <a:gd name="connsiteX7" fmla="*/ 3581400 w 3581400"/>
                <a:gd name="connsiteY7" fmla="*/ 1280160 h 2637322"/>
                <a:gd name="connsiteX8" fmla="*/ 2532246 w 3581400"/>
                <a:gd name="connsiteY8" fmla="*/ 1010652 h 2637322"/>
                <a:gd name="connsiteX9" fmla="*/ 2763252 w 3581400"/>
                <a:gd name="connsiteY9" fmla="*/ 0 h 2637322"/>
                <a:gd name="connsiteX10" fmla="*/ 1656347 w 3581400"/>
                <a:gd name="connsiteY10" fmla="*/ 818147 h 2637322"/>
                <a:gd name="connsiteX11" fmla="*/ 732322 w 3581400"/>
                <a:gd name="connsiteY11" fmla="*/ 192505 h 2637322"/>
                <a:gd name="connsiteX12" fmla="*/ 914400 w 3581400"/>
                <a:gd name="connsiteY12" fmla="*/ 1146208 h 2637322"/>
                <a:gd name="connsiteX0" fmla="*/ 914400 w 3581400"/>
                <a:gd name="connsiteY0" fmla="*/ 1146208 h 2637322"/>
                <a:gd name="connsiteX1" fmla="*/ 0 w 3581400"/>
                <a:gd name="connsiteY1" fmla="*/ 1527208 h 2637322"/>
                <a:gd name="connsiteX2" fmla="*/ 1066799 w 3581400"/>
                <a:gd name="connsiteY2" fmla="*/ 1679608 h 2637322"/>
                <a:gd name="connsiteX3" fmla="*/ 1295399 w 3581400"/>
                <a:gd name="connsiteY3" fmla="*/ 2517808 h 2637322"/>
                <a:gd name="connsiteX4" fmla="*/ 1904999 w 3581400"/>
                <a:gd name="connsiteY4" fmla="*/ 1832008 h 2637322"/>
                <a:gd name="connsiteX5" fmla="*/ 2898006 w 3581400"/>
                <a:gd name="connsiteY5" fmla="*/ 2637322 h 2637322"/>
                <a:gd name="connsiteX6" fmla="*/ 2695875 w 3581400"/>
                <a:gd name="connsiteY6" fmla="*/ 1732547 h 2637322"/>
                <a:gd name="connsiteX7" fmla="*/ 3581400 w 3581400"/>
                <a:gd name="connsiteY7" fmla="*/ 1280160 h 2637322"/>
                <a:gd name="connsiteX8" fmla="*/ 2532246 w 3581400"/>
                <a:gd name="connsiteY8" fmla="*/ 1010652 h 2637322"/>
                <a:gd name="connsiteX9" fmla="*/ 2763252 w 3581400"/>
                <a:gd name="connsiteY9" fmla="*/ 0 h 2637322"/>
                <a:gd name="connsiteX10" fmla="*/ 1656347 w 3581400"/>
                <a:gd name="connsiteY10" fmla="*/ 818147 h 2637322"/>
                <a:gd name="connsiteX11" fmla="*/ 732322 w 3581400"/>
                <a:gd name="connsiteY11" fmla="*/ 192505 h 2637322"/>
                <a:gd name="connsiteX12" fmla="*/ 914400 w 3581400"/>
                <a:gd name="connsiteY12" fmla="*/ 1146208 h 2637322"/>
                <a:gd name="connsiteX0" fmla="*/ 914400 w 3581400"/>
                <a:gd name="connsiteY0" fmla="*/ 1146208 h 2517808"/>
                <a:gd name="connsiteX1" fmla="*/ 0 w 3581400"/>
                <a:gd name="connsiteY1" fmla="*/ 1527208 h 2517808"/>
                <a:gd name="connsiteX2" fmla="*/ 1066799 w 3581400"/>
                <a:gd name="connsiteY2" fmla="*/ 1679608 h 2517808"/>
                <a:gd name="connsiteX3" fmla="*/ 1295399 w 3581400"/>
                <a:gd name="connsiteY3" fmla="*/ 2517808 h 2517808"/>
                <a:gd name="connsiteX4" fmla="*/ 1904999 w 3581400"/>
                <a:gd name="connsiteY4" fmla="*/ 1832008 h 2517808"/>
                <a:gd name="connsiteX5" fmla="*/ 2743200 w 3581400"/>
                <a:gd name="connsiteY5" fmla="*/ 2316480 h 2517808"/>
                <a:gd name="connsiteX6" fmla="*/ 2695875 w 3581400"/>
                <a:gd name="connsiteY6" fmla="*/ 1732547 h 2517808"/>
                <a:gd name="connsiteX7" fmla="*/ 3581400 w 3581400"/>
                <a:gd name="connsiteY7" fmla="*/ 1280160 h 2517808"/>
                <a:gd name="connsiteX8" fmla="*/ 2532246 w 3581400"/>
                <a:gd name="connsiteY8" fmla="*/ 1010652 h 2517808"/>
                <a:gd name="connsiteX9" fmla="*/ 2763252 w 3581400"/>
                <a:gd name="connsiteY9" fmla="*/ 0 h 2517808"/>
                <a:gd name="connsiteX10" fmla="*/ 1656347 w 3581400"/>
                <a:gd name="connsiteY10" fmla="*/ 818147 h 2517808"/>
                <a:gd name="connsiteX11" fmla="*/ 732322 w 3581400"/>
                <a:gd name="connsiteY11" fmla="*/ 192505 h 2517808"/>
                <a:gd name="connsiteX12" fmla="*/ 914400 w 3581400"/>
                <a:gd name="connsiteY12" fmla="*/ 1146208 h 2517808"/>
                <a:gd name="connsiteX0" fmla="*/ 914400 w 3581400"/>
                <a:gd name="connsiteY0" fmla="*/ 1146208 h 2517808"/>
                <a:gd name="connsiteX1" fmla="*/ 0 w 3581400"/>
                <a:gd name="connsiteY1" fmla="*/ 1527208 h 2517808"/>
                <a:gd name="connsiteX2" fmla="*/ 1066799 w 3581400"/>
                <a:gd name="connsiteY2" fmla="*/ 1679608 h 2517808"/>
                <a:gd name="connsiteX3" fmla="*/ 1295399 w 3581400"/>
                <a:gd name="connsiteY3" fmla="*/ 2517808 h 2517808"/>
                <a:gd name="connsiteX4" fmla="*/ 1904999 w 3581400"/>
                <a:gd name="connsiteY4" fmla="*/ 1832008 h 2517808"/>
                <a:gd name="connsiteX5" fmla="*/ 2590800 w 3581400"/>
                <a:gd name="connsiteY5" fmla="*/ 2240280 h 2517808"/>
                <a:gd name="connsiteX6" fmla="*/ 2695875 w 3581400"/>
                <a:gd name="connsiteY6" fmla="*/ 1732547 h 2517808"/>
                <a:gd name="connsiteX7" fmla="*/ 3581400 w 3581400"/>
                <a:gd name="connsiteY7" fmla="*/ 1280160 h 2517808"/>
                <a:gd name="connsiteX8" fmla="*/ 2532246 w 3581400"/>
                <a:gd name="connsiteY8" fmla="*/ 1010652 h 2517808"/>
                <a:gd name="connsiteX9" fmla="*/ 2763252 w 3581400"/>
                <a:gd name="connsiteY9" fmla="*/ 0 h 2517808"/>
                <a:gd name="connsiteX10" fmla="*/ 1656347 w 3581400"/>
                <a:gd name="connsiteY10" fmla="*/ 818147 h 2517808"/>
                <a:gd name="connsiteX11" fmla="*/ 732322 w 3581400"/>
                <a:gd name="connsiteY11" fmla="*/ 192505 h 2517808"/>
                <a:gd name="connsiteX12" fmla="*/ 914400 w 3581400"/>
                <a:gd name="connsiteY12" fmla="*/ 1146208 h 2517808"/>
                <a:gd name="connsiteX0" fmla="*/ 914400 w 3581400"/>
                <a:gd name="connsiteY0" fmla="*/ 1146208 h 2517808"/>
                <a:gd name="connsiteX1" fmla="*/ 0 w 3581400"/>
                <a:gd name="connsiteY1" fmla="*/ 1527208 h 2517808"/>
                <a:gd name="connsiteX2" fmla="*/ 1066799 w 3581400"/>
                <a:gd name="connsiteY2" fmla="*/ 1679608 h 2517808"/>
                <a:gd name="connsiteX3" fmla="*/ 1295399 w 3581400"/>
                <a:gd name="connsiteY3" fmla="*/ 2517808 h 2517808"/>
                <a:gd name="connsiteX4" fmla="*/ 1904999 w 3581400"/>
                <a:gd name="connsiteY4" fmla="*/ 1832008 h 2517808"/>
                <a:gd name="connsiteX5" fmla="*/ 2590800 w 3581400"/>
                <a:gd name="connsiteY5" fmla="*/ 2240280 h 2517808"/>
                <a:gd name="connsiteX6" fmla="*/ 2362200 w 3581400"/>
                <a:gd name="connsiteY6" fmla="*/ 1554480 h 2517808"/>
                <a:gd name="connsiteX7" fmla="*/ 3581400 w 3581400"/>
                <a:gd name="connsiteY7" fmla="*/ 1280160 h 2517808"/>
                <a:gd name="connsiteX8" fmla="*/ 2532246 w 3581400"/>
                <a:gd name="connsiteY8" fmla="*/ 1010652 h 2517808"/>
                <a:gd name="connsiteX9" fmla="*/ 2763252 w 3581400"/>
                <a:gd name="connsiteY9" fmla="*/ 0 h 2517808"/>
                <a:gd name="connsiteX10" fmla="*/ 1656347 w 3581400"/>
                <a:gd name="connsiteY10" fmla="*/ 818147 h 2517808"/>
                <a:gd name="connsiteX11" fmla="*/ 732322 w 3581400"/>
                <a:gd name="connsiteY11" fmla="*/ 192505 h 2517808"/>
                <a:gd name="connsiteX12" fmla="*/ 914400 w 3581400"/>
                <a:gd name="connsiteY12" fmla="*/ 1146208 h 2517808"/>
                <a:gd name="connsiteX0" fmla="*/ 914400 w 2971800"/>
                <a:gd name="connsiteY0" fmla="*/ 1146208 h 2517808"/>
                <a:gd name="connsiteX1" fmla="*/ 0 w 2971800"/>
                <a:gd name="connsiteY1" fmla="*/ 1527208 h 2517808"/>
                <a:gd name="connsiteX2" fmla="*/ 1066799 w 2971800"/>
                <a:gd name="connsiteY2" fmla="*/ 1679608 h 2517808"/>
                <a:gd name="connsiteX3" fmla="*/ 1295399 w 2971800"/>
                <a:gd name="connsiteY3" fmla="*/ 2517808 h 2517808"/>
                <a:gd name="connsiteX4" fmla="*/ 1904999 w 2971800"/>
                <a:gd name="connsiteY4" fmla="*/ 1832008 h 2517808"/>
                <a:gd name="connsiteX5" fmla="*/ 2590800 w 2971800"/>
                <a:gd name="connsiteY5" fmla="*/ 2240280 h 2517808"/>
                <a:gd name="connsiteX6" fmla="*/ 2362200 w 2971800"/>
                <a:gd name="connsiteY6" fmla="*/ 1554480 h 2517808"/>
                <a:gd name="connsiteX7" fmla="*/ 2971800 w 2971800"/>
                <a:gd name="connsiteY7" fmla="*/ 1097280 h 2517808"/>
                <a:gd name="connsiteX8" fmla="*/ 2532246 w 2971800"/>
                <a:gd name="connsiteY8" fmla="*/ 1010652 h 2517808"/>
                <a:gd name="connsiteX9" fmla="*/ 2763252 w 2971800"/>
                <a:gd name="connsiteY9" fmla="*/ 0 h 2517808"/>
                <a:gd name="connsiteX10" fmla="*/ 1656347 w 2971800"/>
                <a:gd name="connsiteY10" fmla="*/ 818147 h 2517808"/>
                <a:gd name="connsiteX11" fmla="*/ 732322 w 2971800"/>
                <a:gd name="connsiteY11" fmla="*/ 192505 h 2517808"/>
                <a:gd name="connsiteX12" fmla="*/ 914400 w 2971800"/>
                <a:gd name="connsiteY12" fmla="*/ 1146208 h 251780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532246 w 2971800"/>
                <a:gd name="connsiteY8" fmla="*/ 903972 h 2411128"/>
                <a:gd name="connsiteX9" fmla="*/ 2438400 w 2971800"/>
                <a:gd name="connsiteY9" fmla="*/ 0 h 2411128"/>
                <a:gd name="connsiteX10" fmla="*/ 1656347 w 2971800"/>
                <a:gd name="connsiteY10" fmla="*/ 711467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532246 w 2971800"/>
                <a:gd name="connsiteY8" fmla="*/ 903972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2860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143000 w 2971800"/>
                <a:gd name="connsiteY2" fmla="*/ 1600200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90600 w 2971800"/>
                <a:gd name="connsiteY0" fmla="*/ 990600 h 2411128"/>
                <a:gd name="connsiteX1" fmla="*/ 0 w 2971800"/>
                <a:gd name="connsiteY1" fmla="*/ 1420528 h 2411128"/>
                <a:gd name="connsiteX2" fmla="*/ 1143000 w 2971800"/>
                <a:gd name="connsiteY2" fmla="*/ 1600200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90600 w 2971800"/>
                <a:gd name="connsiteY12" fmla="*/ 990600 h 2411128"/>
                <a:gd name="connsiteX0" fmla="*/ 932848 w 2971800"/>
                <a:gd name="connsiteY0" fmla="*/ 1013059 h 2411128"/>
                <a:gd name="connsiteX1" fmla="*/ 0 w 2971800"/>
                <a:gd name="connsiteY1" fmla="*/ 1420528 h 2411128"/>
                <a:gd name="connsiteX2" fmla="*/ 1143000 w 2971800"/>
                <a:gd name="connsiteY2" fmla="*/ 1600200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32848 w 2971800"/>
                <a:gd name="connsiteY12" fmla="*/ 1013059 h 2411128"/>
                <a:gd name="connsiteX0" fmla="*/ 924025 w 2962977"/>
                <a:gd name="connsiteY0" fmla="*/ 1013059 h 2411128"/>
                <a:gd name="connsiteX1" fmla="*/ 0 w 2962977"/>
                <a:gd name="connsiteY1" fmla="*/ 1428549 h 2411128"/>
                <a:gd name="connsiteX2" fmla="*/ 1134177 w 2962977"/>
                <a:gd name="connsiteY2" fmla="*/ 1600200 h 2411128"/>
                <a:gd name="connsiteX3" fmla="*/ 1286576 w 2962977"/>
                <a:gd name="connsiteY3" fmla="*/ 2411128 h 2411128"/>
                <a:gd name="connsiteX4" fmla="*/ 1743777 w 2962977"/>
                <a:gd name="connsiteY4" fmla="*/ 1752600 h 2411128"/>
                <a:gd name="connsiteX5" fmla="*/ 2581977 w 2962977"/>
                <a:gd name="connsiteY5" fmla="*/ 2133600 h 2411128"/>
                <a:gd name="connsiteX6" fmla="*/ 2353377 w 2962977"/>
                <a:gd name="connsiteY6" fmla="*/ 1371600 h 2411128"/>
                <a:gd name="connsiteX7" fmla="*/ 2962977 w 2962977"/>
                <a:gd name="connsiteY7" fmla="*/ 990600 h 2411128"/>
                <a:gd name="connsiteX8" fmla="*/ 2200977 w 2962977"/>
                <a:gd name="connsiteY8" fmla="*/ 838200 h 2411128"/>
                <a:gd name="connsiteX9" fmla="*/ 2429577 w 2962977"/>
                <a:gd name="connsiteY9" fmla="*/ 0 h 2411128"/>
                <a:gd name="connsiteX10" fmla="*/ 1591377 w 2962977"/>
                <a:gd name="connsiteY10" fmla="*/ 685800 h 2411128"/>
                <a:gd name="connsiteX11" fmla="*/ 723499 w 2962977"/>
                <a:gd name="connsiteY11" fmla="*/ 85825 h 2411128"/>
                <a:gd name="connsiteX12" fmla="*/ 924025 w 2962977"/>
                <a:gd name="connsiteY12" fmla="*/ 1013059 h 2411128"/>
                <a:gd name="connsiteX0" fmla="*/ 886326 w 2925278"/>
                <a:gd name="connsiteY0" fmla="*/ 1013059 h 2411128"/>
                <a:gd name="connsiteX1" fmla="*/ 0 w 2925278"/>
                <a:gd name="connsiteY1" fmla="*/ 1436570 h 2411128"/>
                <a:gd name="connsiteX2" fmla="*/ 1096478 w 2925278"/>
                <a:gd name="connsiteY2" fmla="*/ 1600200 h 2411128"/>
                <a:gd name="connsiteX3" fmla="*/ 1248877 w 2925278"/>
                <a:gd name="connsiteY3" fmla="*/ 2411128 h 2411128"/>
                <a:gd name="connsiteX4" fmla="*/ 1706078 w 2925278"/>
                <a:gd name="connsiteY4" fmla="*/ 1752600 h 2411128"/>
                <a:gd name="connsiteX5" fmla="*/ 2544278 w 2925278"/>
                <a:gd name="connsiteY5" fmla="*/ 2133600 h 2411128"/>
                <a:gd name="connsiteX6" fmla="*/ 2315678 w 2925278"/>
                <a:gd name="connsiteY6" fmla="*/ 1371600 h 2411128"/>
                <a:gd name="connsiteX7" fmla="*/ 2925278 w 2925278"/>
                <a:gd name="connsiteY7" fmla="*/ 990600 h 2411128"/>
                <a:gd name="connsiteX8" fmla="*/ 2163278 w 2925278"/>
                <a:gd name="connsiteY8" fmla="*/ 838200 h 2411128"/>
                <a:gd name="connsiteX9" fmla="*/ 2391878 w 2925278"/>
                <a:gd name="connsiteY9" fmla="*/ 0 h 2411128"/>
                <a:gd name="connsiteX10" fmla="*/ 1553678 w 2925278"/>
                <a:gd name="connsiteY10" fmla="*/ 685800 h 2411128"/>
                <a:gd name="connsiteX11" fmla="*/ 685800 w 2925278"/>
                <a:gd name="connsiteY11" fmla="*/ 85825 h 2411128"/>
                <a:gd name="connsiteX12" fmla="*/ 886326 w 2925278"/>
                <a:gd name="connsiteY12" fmla="*/ 1013059 h 2411128"/>
                <a:gd name="connsiteX0" fmla="*/ 886326 w 2925278"/>
                <a:gd name="connsiteY0" fmla="*/ 1013059 h 2411128"/>
                <a:gd name="connsiteX1" fmla="*/ 0 w 2925278"/>
                <a:gd name="connsiteY1" fmla="*/ 1436570 h 2411128"/>
                <a:gd name="connsiteX2" fmla="*/ 1096478 w 2925278"/>
                <a:gd name="connsiteY2" fmla="*/ 1600200 h 2411128"/>
                <a:gd name="connsiteX3" fmla="*/ 1248877 w 2925278"/>
                <a:gd name="connsiteY3" fmla="*/ 2411128 h 2411128"/>
                <a:gd name="connsiteX4" fmla="*/ 1706078 w 2925278"/>
                <a:gd name="connsiteY4" fmla="*/ 1752600 h 2411128"/>
                <a:gd name="connsiteX5" fmla="*/ 2544278 w 2925278"/>
                <a:gd name="connsiteY5" fmla="*/ 2133600 h 2411128"/>
                <a:gd name="connsiteX6" fmla="*/ 2315678 w 2925278"/>
                <a:gd name="connsiteY6" fmla="*/ 1371600 h 2411128"/>
                <a:gd name="connsiteX7" fmla="*/ 2925278 w 2925278"/>
                <a:gd name="connsiteY7" fmla="*/ 990600 h 2411128"/>
                <a:gd name="connsiteX8" fmla="*/ 2163278 w 2925278"/>
                <a:gd name="connsiteY8" fmla="*/ 838200 h 2411128"/>
                <a:gd name="connsiteX9" fmla="*/ 2391878 w 2925278"/>
                <a:gd name="connsiteY9" fmla="*/ 0 h 2411128"/>
                <a:gd name="connsiteX10" fmla="*/ 1553678 w 2925278"/>
                <a:gd name="connsiteY10" fmla="*/ 685800 h 2411128"/>
                <a:gd name="connsiteX11" fmla="*/ 702644 w 2925278"/>
                <a:gd name="connsiteY11" fmla="*/ 118711 h 2411128"/>
                <a:gd name="connsiteX12" fmla="*/ 886326 w 2925278"/>
                <a:gd name="connsiteY12" fmla="*/ 1013059 h 2411128"/>
                <a:gd name="connsiteX0" fmla="*/ 886326 w 2925278"/>
                <a:gd name="connsiteY0" fmla="*/ 1013059 h 2411128"/>
                <a:gd name="connsiteX1" fmla="*/ 0 w 2925278"/>
                <a:gd name="connsiteY1" fmla="*/ 1436570 h 2411128"/>
                <a:gd name="connsiteX2" fmla="*/ 1096478 w 2925278"/>
                <a:gd name="connsiteY2" fmla="*/ 1600200 h 2411128"/>
                <a:gd name="connsiteX3" fmla="*/ 1248877 w 2925278"/>
                <a:gd name="connsiteY3" fmla="*/ 2411128 h 2411128"/>
                <a:gd name="connsiteX4" fmla="*/ 1706078 w 2925278"/>
                <a:gd name="connsiteY4" fmla="*/ 1752600 h 2411128"/>
                <a:gd name="connsiteX5" fmla="*/ 2544278 w 2925278"/>
                <a:gd name="connsiteY5" fmla="*/ 2133600 h 2411128"/>
                <a:gd name="connsiteX6" fmla="*/ 2315678 w 2925278"/>
                <a:gd name="connsiteY6" fmla="*/ 1371600 h 2411128"/>
                <a:gd name="connsiteX7" fmla="*/ 2925278 w 2925278"/>
                <a:gd name="connsiteY7" fmla="*/ 990600 h 2411128"/>
                <a:gd name="connsiteX8" fmla="*/ 2163278 w 2925278"/>
                <a:gd name="connsiteY8" fmla="*/ 838200 h 2411128"/>
                <a:gd name="connsiteX9" fmla="*/ 2391878 w 2925278"/>
                <a:gd name="connsiteY9" fmla="*/ 0 h 2411128"/>
                <a:gd name="connsiteX10" fmla="*/ 1495926 w 2925278"/>
                <a:gd name="connsiteY10" fmla="*/ 637674 h 2411128"/>
                <a:gd name="connsiteX11" fmla="*/ 702644 w 2925278"/>
                <a:gd name="connsiteY11" fmla="*/ 118711 h 2411128"/>
                <a:gd name="connsiteX12" fmla="*/ 886326 w 2925278"/>
                <a:gd name="connsiteY12" fmla="*/ 1013059 h 2411128"/>
                <a:gd name="connsiteX0" fmla="*/ 886326 w 2925278"/>
                <a:gd name="connsiteY0" fmla="*/ 1061185 h 2459254"/>
                <a:gd name="connsiteX1" fmla="*/ 0 w 2925278"/>
                <a:gd name="connsiteY1" fmla="*/ 1484696 h 2459254"/>
                <a:gd name="connsiteX2" fmla="*/ 1096478 w 2925278"/>
                <a:gd name="connsiteY2" fmla="*/ 1648326 h 2459254"/>
                <a:gd name="connsiteX3" fmla="*/ 1248877 w 2925278"/>
                <a:gd name="connsiteY3" fmla="*/ 2459254 h 2459254"/>
                <a:gd name="connsiteX4" fmla="*/ 1706078 w 2925278"/>
                <a:gd name="connsiteY4" fmla="*/ 1800726 h 2459254"/>
                <a:gd name="connsiteX5" fmla="*/ 2544278 w 2925278"/>
                <a:gd name="connsiteY5" fmla="*/ 2181726 h 2459254"/>
                <a:gd name="connsiteX6" fmla="*/ 2315678 w 2925278"/>
                <a:gd name="connsiteY6" fmla="*/ 1419726 h 2459254"/>
                <a:gd name="connsiteX7" fmla="*/ 2925278 w 2925278"/>
                <a:gd name="connsiteY7" fmla="*/ 1038726 h 2459254"/>
                <a:gd name="connsiteX8" fmla="*/ 2163278 w 2925278"/>
                <a:gd name="connsiteY8" fmla="*/ 886326 h 2459254"/>
                <a:gd name="connsiteX9" fmla="*/ 2391878 w 2925278"/>
                <a:gd name="connsiteY9" fmla="*/ 0 h 2459254"/>
                <a:gd name="connsiteX10" fmla="*/ 1495926 w 2925278"/>
                <a:gd name="connsiteY10" fmla="*/ 685800 h 2459254"/>
                <a:gd name="connsiteX11" fmla="*/ 702644 w 2925278"/>
                <a:gd name="connsiteY11" fmla="*/ 166837 h 2459254"/>
                <a:gd name="connsiteX12" fmla="*/ 886326 w 2925278"/>
                <a:gd name="connsiteY12" fmla="*/ 1061185 h 2459254"/>
                <a:gd name="connsiteX0" fmla="*/ 886326 w 2925278"/>
                <a:gd name="connsiteY0" fmla="*/ 1061185 h 2459254"/>
                <a:gd name="connsiteX1" fmla="*/ 0 w 2925278"/>
                <a:gd name="connsiteY1" fmla="*/ 1484696 h 2459254"/>
                <a:gd name="connsiteX2" fmla="*/ 1096478 w 2925278"/>
                <a:gd name="connsiteY2" fmla="*/ 1648326 h 2459254"/>
                <a:gd name="connsiteX3" fmla="*/ 1248877 w 2925278"/>
                <a:gd name="connsiteY3" fmla="*/ 2459254 h 2459254"/>
                <a:gd name="connsiteX4" fmla="*/ 1706078 w 2925278"/>
                <a:gd name="connsiteY4" fmla="*/ 1800726 h 2459254"/>
                <a:gd name="connsiteX5" fmla="*/ 2544278 w 2925278"/>
                <a:gd name="connsiteY5" fmla="*/ 2181726 h 2459254"/>
                <a:gd name="connsiteX6" fmla="*/ 2315678 w 2925278"/>
                <a:gd name="connsiteY6" fmla="*/ 1419726 h 2459254"/>
                <a:gd name="connsiteX7" fmla="*/ 2925278 w 2925278"/>
                <a:gd name="connsiteY7" fmla="*/ 1038726 h 2459254"/>
                <a:gd name="connsiteX8" fmla="*/ 2221029 w 2925278"/>
                <a:gd name="connsiteY8" fmla="*/ 847825 h 2459254"/>
                <a:gd name="connsiteX9" fmla="*/ 2391878 w 2925278"/>
                <a:gd name="connsiteY9" fmla="*/ 0 h 2459254"/>
                <a:gd name="connsiteX10" fmla="*/ 1495926 w 2925278"/>
                <a:gd name="connsiteY10" fmla="*/ 685800 h 2459254"/>
                <a:gd name="connsiteX11" fmla="*/ 702644 w 2925278"/>
                <a:gd name="connsiteY11" fmla="*/ 166837 h 2459254"/>
                <a:gd name="connsiteX12" fmla="*/ 886326 w 2925278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06078 w 3040781"/>
                <a:gd name="connsiteY4" fmla="*/ 1800726 h 2459254"/>
                <a:gd name="connsiteX5" fmla="*/ 2544278 w 3040781"/>
                <a:gd name="connsiteY5" fmla="*/ 2181726 h 2459254"/>
                <a:gd name="connsiteX6" fmla="*/ 2315678 w 3040781"/>
                <a:gd name="connsiteY6" fmla="*/ 1419726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06078 w 3040781"/>
                <a:gd name="connsiteY4" fmla="*/ 1800726 h 2459254"/>
                <a:gd name="connsiteX5" fmla="*/ 2544278 w 3040781"/>
                <a:gd name="connsiteY5" fmla="*/ 2210602 h 2459254"/>
                <a:gd name="connsiteX6" fmla="*/ 2315678 w 3040781"/>
                <a:gd name="connsiteY6" fmla="*/ 1419726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06078 w 3040781"/>
                <a:gd name="connsiteY4" fmla="*/ 1800726 h 2459254"/>
                <a:gd name="connsiteX5" fmla="*/ 2544278 w 3040781"/>
                <a:gd name="connsiteY5" fmla="*/ 2210602 h 2459254"/>
                <a:gd name="connsiteX6" fmla="*/ 2354179 w 3040781"/>
                <a:gd name="connsiteY6" fmla="*/ 1410101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25328 w 3040781"/>
                <a:gd name="connsiteY4" fmla="*/ 1839227 h 2459254"/>
                <a:gd name="connsiteX5" fmla="*/ 2544278 w 3040781"/>
                <a:gd name="connsiteY5" fmla="*/ 2210602 h 2459254"/>
                <a:gd name="connsiteX6" fmla="*/ 2354179 w 3040781"/>
                <a:gd name="connsiteY6" fmla="*/ 1410101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555506"/>
                <a:gd name="connsiteX1" fmla="*/ 0 w 3040781"/>
                <a:gd name="connsiteY1" fmla="*/ 1484696 h 2555506"/>
                <a:gd name="connsiteX2" fmla="*/ 1096478 w 3040781"/>
                <a:gd name="connsiteY2" fmla="*/ 1648326 h 2555506"/>
                <a:gd name="connsiteX3" fmla="*/ 1258502 w 3040781"/>
                <a:gd name="connsiteY3" fmla="*/ 2555506 h 2555506"/>
                <a:gd name="connsiteX4" fmla="*/ 1725328 w 3040781"/>
                <a:gd name="connsiteY4" fmla="*/ 1839227 h 2555506"/>
                <a:gd name="connsiteX5" fmla="*/ 2544278 w 3040781"/>
                <a:gd name="connsiteY5" fmla="*/ 2210602 h 2555506"/>
                <a:gd name="connsiteX6" fmla="*/ 2354179 w 3040781"/>
                <a:gd name="connsiteY6" fmla="*/ 1410101 h 2555506"/>
                <a:gd name="connsiteX7" fmla="*/ 3040781 w 3040781"/>
                <a:gd name="connsiteY7" fmla="*/ 1057976 h 2555506"/>
                <a:gd name="connsiteX8" fmla="*/ 2221029 w 3040781"/>
                <a:gd name="connsiteY8" fmla="*/ 847825 h 2555506"/>
                <a:gd name="connsiteX9" fmla="*/ 2391878 w 3040781"/>
                <a:gd name="connsiteY9" fmla="*/ 0 h 2555506"/>
                <a:gd name="connsiteX10" fmla="*/ 1495926 w 3040781"/>
                <a:gd name="connsiteY10" fmla="*/ 685800 h 2555506"/>
                <a:gd name="connsiteX11" fmla="*/ 702644 w 3040781"/>
                <a:gd name="connsiteY11" fmla="*/ 166837 h 2555506"/>
                <a:gd name="connsiteX12" fmla="*/ 886326 w 3040781"/>
                <a:gd name="connsiteY12" fmla="*/ 1061185 h 2555506"/>
                <a:gd name="connsiteX0" fmla="*/ 953702 w 3108157"/>
                <a:gd name="connsiteY0" fmla="*/ 1061185 h 2555506"/>
                <a:gd name="connsiteX1" fmla="*/ 0 w 3108157"/>
                <a:gd name="connsiteY1" fmla="*/ 1513572 h 2555506"/>
                <a:gd name="connsiteX2" fmla="*/ 1163854 w 3108157"/>
                <a:gd name="connsiteY2" fmla="*/ 1648326 h 2555506"/>
                <a:gd name="connsiteX3" fmla="*/ 1325878 w 3108157"/>
                <a:gd name="connsiteY3" fmla="*/ 2555506 h 2555506"/>
                <a:gd name="connsiteX4" fmla="*/ 1792704 w 3108157"/>
                <a:gd name="connsiteY4" fmla="*/ 1839227 h 2555506"/>
                <a:gd name="connsiteX5" fmla="*/ 2611654 w 3108157"/>
                <a:gd name="connsiteY5" fmla="*/ 2210602 h 2555506"/>
                <a:gd name="connsiteX6" fmla="*/ 2421555 w 3108157"/>
                <a:gd name="connsiteY6" fmla="*/ 1410101 h 2555506"/>
                <a:gd name="connsiteX7" fmla="*/ 3108157 w 3108157"/>
                <a:gd name="connsiteY7" fmla="*/ 1057976 h 2555506"/>
                <a:gd name="connsiteX8" fmla="*/ 2288405 w 3108157"/>
                <a:gd name="connsiteY8" fmla="*/ 847825 h 2555506"/>
                <a:gd name="connsiteX9" fmla="*/ 2459254 w 3108157"/>
                <a:gd name="connsiteY9" fmla="*/ 0 h 2555506"/>
                <a:gd name="connsiteX10" fmla="*/ 1563302 w 3108157"/>
                <a:gd name="connsiteY10" fmla="*/ 685800 h 2555506"/>
                <a:gd name="connsiteX11" fmla="*/ 770020 w 3108157"/>
                <a:gd name="connsiteY11" fmla="*/ 166837 h 2555506"/>
                <a:gd name="connsiteX12" fmla="*/ 953702 w 3108157"/>
                <a:gd name="connsiteY12" fmla="*/ 1061185 h 2555506"/>
                <a:gd name="connsiteX0" fmla="*/ 972953 w 3108157"/>
                <a:gd name="connsiteY0" fmla="*/ 1090061 h 2555506"/>
                <a:gd name="connsiteX1" fmla="*/ 0 w 3108157"/>
                <a:gd name="connsiteY1" fmla="*/ 1513572 h 2555506"/>
                <a:gd name="connsiteX2" fmla="*/ 1163854 w 3108157"/>
                <a:gd name="connsiteY2" fmla="*/ 1648326 h 2555506"/>
                <a:gd name="connsiteX3" fmla="*/ 1325878 w 3108157"/>
                <a:gd name="connsiteY3" fmla="*/ 2555506 h 2555506"/>
                <a:gd name="connsiteX4" fmla="*/ 1792704 w 3108157"/>
                <a:gd name="connsiteY4" fmla="*/ 1839227 h 2555506"/>
                <a:gd name="connsiteX5" fmla="*/ 2611654 w 3108157"/>
                <a:gd name="connsiteY5" fmla="*/ 2210602 h 2555506"/>
                <a:gd name="connsiteX6" fmla="*/ 2421555 w 3108157"/>
                <a:gd name="connsiteY6" fmla="*/ 1410101 h 2555506"/>
                <a:gd name="connsiteX7" fmla="*/ 3108157 w 3108157"/>
                <a:gd name="connsiteY7" fmla="*/ 1057976 h 2555506"/>
                <a:gd name="connsiteX8" fmla="*/ 2288405 w 3108157"/>
                <a:gd name="connsiteY8" fmla="*/ 847825 h 2555506"/>
                <a:gd name="connsiteX9" fmla="*/ 2459254 w 3108157"/>
                <a:gd name="connsiteY9" fmla="*/ 0 h 2555506"/>
                <a:gd name="connsiteX10" fmla="*/ 1563302 w 3108157"/>
                <a:gd name="connsiteY10" fmla="*/ 685800 h 2555506"/>
                <a:gd name="connsiteX11" fmla="*/ 770020 w 3108157"/>
                <a:gd name="connsiteY11" fmla="*/ 166837 h 2555506"/>
                <a:gd name="connsiteX12" fmla="*/ 972953 w 3108157"/>
                <a:gd name="connsiteY12" fmla="*/ 1090061 h 2555506"/>
                <a:gd name="connsiteX0" fmla="*/ 972953 w 3108157"/>
                <a:gd name="connsiteY0" fmla="*/ 1090061 h 2555506"/>
                <a:gd name="connsiteX1" fmla="*/ 0 w 3108157"/>
                <a:gd name="connsiteY1" fmla="*/ 1513572 h 2555506"/>
                <a:gd name="connsiteX2" fmla="*/ 1163854 w 3108157"/>
                <a:gd name="connsiteY2" fmla="*/ 1648326 h 2555506"/>
                <a:gd name="connsiteX3" fmla="*/ 1325878 w 3108157"/>
                <a:gd name="connsiteY3" fmla="*/ 2555506 h 2555506"/>
                <a:gd name="connsiteX4" fmla="*/ 1792704 w 3108157"/>
                <a:gd name="connsiteY4" fmla="*/ 1839227 h 2555506"/>
                <a:gd name="connsiteX5" fmla="*/ 2723749 w 3108157"/>
                <a:gd name="connsiteY5" fmla="*/ 2274516 h 2555506"/>
                <a:gd name="connsiteX6" fmla="*/ 2421555 w 3108157"/>
                <a:gd name="connsiteY6" fmla="*/ 1410101 h 2555506"/>
                <a:gd name="connsiteX7" fmla="*/ 3108157 w 3108157"/>
                <a:gd name="connsiteY7" fmla="*/ 1057976 h 2555506"/>
                <a:gd name="connsiteX8" fmla="*/ 2288405 w 3108157"/>
                <a:gd name="connsiteY8" fmla="*/ 847825 h 2555506"/>
                <a:gd name="connsiteX9" fmla="*/ 2459254 w 3108157"/>
                <a:gd name="connsiteY9" fmla="*/ 0 h 2555506"/>
                <a:gd name="connsiteX10" fmla="*/ 1563302 w 3108157"/>
                <a:gd name="connsiteY10" fmla="*/ 685800 h 2555506"/>
                <a:gd name="connsiteX11" fmla="*/ 770020 w 3108157"/>
                <a:gd name="connsiteY11" fmla="*/ 166837 h 2555506"/>
                <a:gd name="connsiteX12" fmla="*/ 972953 w 3108157"/>
                <a:gd name="connsiteY12" fmla="*/ 1090061 h 2555506"/>
                <a:gd name="connsiteX0" fmla="*/ 972953 w 3108157"/>
                <a:gd name="connsiteY0" fmla="*/ 1090061 h 2555506"/>
                <a:gd name="connsiteX1" fmla="*/ 0 w 3108157"/>
                <a:gd name="connsiteY1" fmla="*/ 1513572 h 2555506"/>
                <a:gd name="connsiteX2" fmla="*/ 1163854 w 3108157"/>
                <a:gd name="connsiteY2" fmla="*/ 1648326 h 2555506"/>
                <a:gd name="connsiteX3" fmla="*/ 1325878 w 3108157"/>
                <a:gd name="connsiteY3" fmla="*/ 2555506 h 2555506"/>
                <a:gd name="connsiteX4" fmla="*/ 1792704 w 3108157"/>
                <a:gd name="connsiteY4" fmla="*/ 1839227 h 2555506"/>
                <a:gd name="connsiteX5" fmla="*/ 2723749 w 3108157"/>
                <a:gd name="connsiteY5" fmla="*/ 2274516 h 2555506"/>
                <a:gd name="connsiteX6" fmla="*/ 2492350 w 3108157"/>
                <a:gd name="connsiteY6" fmla="*/ 1410101 h 2555506"/>
                <a:gd name="connsiteX7" fmla="*/ 3108157 w 3108157"/>
                <a:gd name="connsiteY7" fmla="*/ 1057976 h 2555506"/>
                <a:gd name="connsiteX8" fmla="*/ 2288405 w 3108157"/>
                <a:gd name="connsiteY8" fmla="*/ 847825 h 2555506"/>
                <a:gd name="connsiteX9" fmla="*/ 2459254 w 3108157"/>
                <a:gd name="connsiteY9" fmla="*/ 0 h 2555506"/>
                <a:gd name="connsiteX10" fmla="*/ 1563302 w 3108157"/>
                <a:gd name="connsiteY10" fmla="*/ 685800 h 2555506"/>
                <a:gd name="connsiteX11" fmla="*/ 770020 w 3108157"/>
                <a:gd name="connsiteY11" fmla="*/ 166837 h 2555506"/>
                <a:gd name="connsiteX12" fmla="*/ 972953 w 3108157"/>
                <a:gd name="connsiteY12" fmla="*/ 1090061 h 2555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08157" h="2555506">
                  <a:moveTo>
                    <a:pt x="972953" y="1090061"/>
                  </a:moveTo>
                  <a:lnTo>
                    <a:pt x="0" y="1513572"/>
                  </a:lnTo>
                  <a:lnTo>
                    <a:pt x="1163854" y="1648326"/>
                  </a:lnTo>
                  <a:lnTo>
                    <a:pt x="1325878" y="2555506"/>
                  </a:lnTo>
                  <a:lnTo>
                    <a:pt x="1792704" y="1839227"/>
                  </a:lnTo>
                  <a:lnTo>
                    <a:pt x="2723749" y="2274516"/>
                  </a:lnTo>
                  <a:lnTo>
                    <a:pt x="2492350" y="1410101"/>
                  </a:lnTo>
                  <a:lnTo>
                    <a:pt x="3108157" y="1057976"/>
                  </a:lnTo>
                  <a:lnTo>
                    <a:pt x="2288405" y="847825"/>
                  </a:lnTo>
                  <a:lnTo>
                    <a:pt x="2459254" y="0"/>
                  </a:lnTo>
                  <a:lnTo>
                    <a:pt x="1563302" y="685800"/>
                  </a:lnTo>
                  <a:lnTo>
                    <a:pt x="770020" y="166837"/>
                  </a:lnTo>
                  <a:lnTo>
                    <a:pt x="972953" y="109006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43000">
                  <a:srgbClr val="FFFF00"/>
                </a:gs>
                <a:gs pos="100000">
                  <a:srgbClr val="FF0000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56" name="Group 52"/>
          <p:cNvGrpSpPr/>
          <p:nvPr/>
        </p:nvGrpSpPr>
        <p:grpSpPr>
          <a:xfrm>
            <a:off x="4876800" y="5168465"/>
            <a:ext cx="1339389" cy="1066800"/>
            <a:chOff x="433136" y="3581400"/>
            <a:chExt cx="3830855" cy="3051208"/>
          </a:xfrm>
        </p:grpSpPr>
        <p:sp>
          <p:nvSpPr>
            <p:cNvPr id="96" name="Freeform 195"/>
            <p:cNvSpPr/>
            <p:nvPr/>
          </p:nvSpPr>
          <p:spPr bwMode="auto">
            <a:xfrm>
              <a:off x="433136" y="3581400"/>
              <a:ext cx="3830855" cy="3051208"/>
            </a:xfrm>
            <a:custGeom>
              <a:avLst/>
              <a:gdLst>
                <a:gd name="connsiteX0" fmla="*/ 1549667 w 3830855"/>
                <a:gd name="connsiteY0" fmla="*/ 1135781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232034 w 3830855"/>
                <a:gd name="connsiteY12" fmla="*/ 1280160 h 3051208"/>
                <a:gd name="connsiteX13" fmla="*/ 1549667 w 3830855"/>
                <a:gd name="connsiteY13" fmla="*/ 1135781 h 3051208"/>
                <a:gd name="connsiteX0" fmla="*/ 1232034 w 3830855"/>
                <a:gd name="connsiteY0" fmla="*/ 1280160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232034 w 3830855"/>
                <a:gd name="connsiteY12" fmla="*/ 1280160 h 3051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30855" h="3051208">
                  <a:moveTo>
                    <a:pt x="1232034" y="1280160"/>
                  </a:moveTo>
                  <a:lnTo>
                    <a:pt x="0" y="1828800"/>
                  </a:lnTo>
                  <a:lnTo>
                    <a:pt x="1434164" y="2002054"/>
                  </a:lnTo>
                  <a:lnTo>
                    <a:pt x="1674796" y="3051208"/>
                  </a:lnTo>
                  <a:lnTo>
                    <a:pt x="2213810" y="2233061"/>
                  </a:lnTo>
                  <a:lnTo>
                    <a:pt x="3147461" y="2637322"/>
                  </a:lnTo>
                  <a:lnTo>
                    <a:pt x="2945330" y="1732547"/>
                  </a:lnTo>
                  <a:lnTo>
                    <a:pt x="3830855" y="1280160"/>
                  </a:lnTo>
                  <a:lnTo>
                    <a:pt x="2781701" y="1010652"/>
                  </a:lnTo>
                  <a:lnTo>
                    <a:pt x="3012707" y="0"/>
                  </a:lnTo>
                  <a:lnTo>
                    <a:pt x="1905802" y="818147"/>
                  </a:lnTo>
                  <a:lnTo>
                    <a:pt x="981777" y="192505"/>
                  </a:lnTo>
                  <a:lnTo>
                    <a:pt x="1232034" y="1280160"/>
                  </a:lnTo>
                  <a:close/>
                </a:path>
              </a:pathLst>
            </a:cu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97" name="Freeform 196"/>
            <p:cNvSpPr/>
            <p:nvPr/>
          </p:nvSpPr>
          <p:spPr bwMode="auto">
            <a:xfrm>
              <a:off x="817347" y="3838074"/>
              <a:ext cx="3108157" cy="2555506"/>
            </a:xfrm>
            <a:custGeom>
              <a:avLst/>
              <a:gdLst>
                <a:gd name="connsiteX0" fmla="*/ 1549667 w 3830855"/>
                <a:gd name="connsiteY0" fmla="*/ 1135781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232034 w 3830855"/>
                <a:gd name="connsiteY12" fmla="*/ 1280160 h 3051208"/>
                <a:gd name="connsiteX13" fmla="*/ 1549667 w 3830855"/>
                <a:gd name="connsiteY13" fmla="*/ 1135781 h 3051208"/>
                <a:gd name="connsiteX0" fmla="*/ 1232034 w 3830855"/>
                <a:gd name="connsiteY0" fmla="*/ 1280160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232034 w 3830855"/>
                <a:gd name="connsiteY12" fmla="*/ 1280160 h 3051208"/>
                <a:gd name="connsiteX0" fmla="*/ 1163855 w 3830855"/>
                <a:gd name="connsiteY0" fmla="*/ 1146208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163855 w 3830855"/>
                <a:gd name="connsiteY12" fmla="*/ 1146208 h 3051208"/>
                <a:gd name="connsiteX0" fmla="*/ 914400 w 3581400"/>
                <a:gd name="connsiteY0" fmla="*/ 1146208 h 3051208"/>
                <a:gd name="connsiteX1" fmla="*/ 0 w 3581400"/>
                <a:gd name="connsiteY1" fmla="*/ 1527208 h 3051208"/>
                <a:gd name="connsiteX2" fmla="*/ 1184709 w 3581400"/>
                <a:gd name="connsiteY2" fmla="*/ 2002054 h 3051208"/>
                <a:gd name="connsiteX3" fmla="*/ 1425341 w 3581400"/>
                <a:gd name="connsiteY3" fmla="*/ 3051208 h 3051208"/>
                <a:gd name="connsiteX4" fmla="*/ 1964355 w 3581400"/>
                <a:gd name="connsiteY4" fmla="*/ 2233061 h 3051208"/>
                <a:gd name="connsiteX5" fmla="*/ 2898006 w 3581400"/>
                <a:gd name="connsiteY5" fmla="*/ 2637322 h 3051208"/>
                <a:gd name="connsiteX6" fmla="*/ 2695875 w 3581400"/>
                <a:gd name="connsiteY6" fmla="*/ 1732547 h 3051208"/>
                <a:gd name="connsiteX7" fmla="*/ 3581400 w 3581400"/>
                <a:gd name="connsiteY7" fmla="*/ 1280160 h 3051208"/>
                <a:gd name="connsiteX8" fmla="*/ 2532246 w 3581400"/>
                <a:gd name="connsiteY8" fmla="*/ 1010652 h 3051208"/>
                <a:gd name="connsiteX9" fmla="*/ 2763252 w 3581400"/>
                <a:gd name="connsiteY9" fmla="*/ 0 h 3051208"/>
                <a:gd name="connsiteX10" fmla="*/ 1656347 w 3581400"/>
                <a:gd name="connsiteY10" fmla="*/ 818147 h 3051208"/>
                <a:gd name="connsiteX11" fmla="*/ 732322 w 3581400"/>
                <a:gd name="connsiteY11" fmla="*/ 192505 h 3051208"/>
                <a:gd name="connsiteX12" fmla="*/ 914400 w 3581400"/>
                <a:gd name="connsiteY12" fmla="*/ 1146208 h 3051208"/>
                <a:gd name="connsiteX0" fmla="*/ 914400 w 3581400"/>
                <a:gd name="connsiteY0" fmla="*/ 1146208 h 3051208"/>
                <a:gd name="connsiteX1" fmla="*/ 0 w 3581400"/>
                <a:gd name="connsiteY1" fmla="*/ 1527208 h 3051208"/>
                <a:gd name="connsiteX2" fmla="*/ 1066799 w 3581400"/>
                <a:gd name="connsiteY2" fmla="*/ 1679608 h 3051208"/>
                <a:gd name="connsiteX3" fmla="*/ 1425341 w 3581400"/>
                <a:gd name="connsiteY3" fmla="*/ 3051208 h 3051208"/>
                <a:gd name="connsiteX4" fmla="*/ 1964355 w 3581400"/>
                <a:gd name="connsiteY4" fmla="*/ 2233061 h 3051208"/>
                <a:gd name="connsiteX5" fmla="*/ 2898006 w 3581400"/>
                <a:gd name="connsiteY5" fmla="*/ 2637322 h 3051208"/>
                <a:gd name="connsiteX6" fmla="*/ 2695875 w 3581400"/>
                <a:gd name="connsiteY6" fmla="*/ 1732547 h 3051208"/>
                <a:gd name="connsiteX7" fmla="*/ 3581400 w 3581400"/>
                <a:gd name="connsiteY7" fmla="*/ 1280160 h 3051208"/>
                <a:gd name="connsiteX8" fmla="*/ 2532246 w 3581400"/>
                <a:gd name="connsiteY8" fmla="*/ 1010652 h 3051208"/>
                <a:gd name="connsiteX9" fmla="*/ 2763252 w 3581400"/>
                <a:gd name="connsiteY9" fmla="*/ 0 h 3051208"/>
                <a:gd name="connsiteX10" fmla="*/ 1656347 w 3581400"/>
                <a:gd name="connsiteY10" fmla="*/ 818147 h 3051208"/>
                <a:gd name="connsiteX11" fmla="*/ 732322 w 3581400"/>
                <a:gd name="connsiteY11" fmla="*/ 192505 h 3051208"/>
                <a:gd name="connsiteX12" fmla="*/ 914400 w 3581400"/>
                <a:gd name="connsiteY12" fmla="*/ 1146208 h 3051208"/>
                <a:gd name="connsiteX0" fmla="*/ 914400 w 3581400"/>
                <a:gd name="connsiteY0" fmla="*/ 1146208 h 2637322"/>
                <a:gd name="connsiteX1" fmla="*/ 0 w 3581400"/>
                <a:gd name="connsiteY1" fmla="*/ 1527208 h 2637322"/>
                <a:gd name="connsiteX2" fmla="*/ 1066799 w 3581400"/>
                <a:gd name="connsiteY2" fmla="*/ 1679608 h 2637322"/>
                <a:gd name="connsiteX3" fmla="*/ 1295399 w 3581400"/>
                <a:gd name="connsiteY3" fmla="*/ 2517808 h 2637322"/>
                <a:gd name="connsiteX4" fmla="*/ 1964355 w 3581400"/>
                <a:gd name="connsiteY4" fmla="*/ 2233061 h 2637322"/>
                <a:gd name="connsiteX5" fmla="*/ 2898006 w 3581400"/>
                <a:gd name="connsiteY5" fmla="*/ 2637322 h 2637322"/>
                <a:gd name="connsiteX6" fmla="*/ 2695875 w 3581400"/>
                <a:gd name="connsiteY6" fmla="*/ 1732547 h 2637322"/>
                <a:gd name="connsiteX7" fmla="*/ 3581400 w 3581400"/>
                <a:gd name="connsiteY7" fmla="*/ 1280160 h 2637322"/>
                <a:gd name="connsiteX8" fmla="*/ 2532246 w 3581400"/>
                <a:gd name="connsiteY8" fmla="*/ 1010652 h 2637322"/>
                <a:gd name="connsiteX9" fmla="*/ 2763252 w 3581400"/>
                <a:gd name="connsiteY9" fmla="*/ 0 h 2637322"/>
                <a:gd name="connsiteX10" fmla="*/ 1656347 w 3581400"/>
                <a:gd name="connsiteY10" fmla="*/ 818147 h 2637322"/>
                <a:gd name="connsiteX11" fmla="*/ 732322 w 3581400"/>
                <a:gd name="connsiteY11" fmla="*/ 192505 h 2637322"/>
                <a:gd name="connsiteX12" fmla="*/ 914400 w 3581400"/>
                <a:gd name="connsiteY12" fmla="*/ 1146208 h 2637322"/>
                <a:gd name="connsiteX0" fmla="*/ 914400 w 3581400"/>
                <a:gd name="connsiteY0" fmla="*/ 1146208 h 2637322"/>
                <a:gd name="connsiteX1" fmla="*/ 0 w 3581400"/>
                <a:gd name="connsiteY1" fmla="*/ 1527208 h 2637322"/>
                <a:gd name="connsiteX2" fmla="*/ 1066799 w 3581400"/>
                <a:gd name="connsiteY2" fmla="*/ 1679608 h 2637322"/>
                <a:gd name="connsiteX3" fmla="*/ 1295399 w 3581400"/>
                <a:gd name="connsiteY3" fmla="*/ 2517808 h 2637322"/>
                <a:gd name="connsiteX4" fmla="*/ 1904999 w 3581400"/>
                <a:gd name="connsiteY4" fmla="*/ 1984408 h 2637322"/>
                <a:gd name="connsiteX5" fmla="*/ 2898006 w 3581400"/>
                <a:gd name="connsiteY5" fmla="*/ 2637322 h 2637322"/>
                <a:gd name="connsiteX6" fmla="*/ 2695875 w 3581400"/>
                <a:gd name="connsiteY6" fmla="*/ 1732547 h 2637322"/>
                <a:gd name="connsiteX7" fmla="*/ 3581400 w 3581400"/>
                <a:gd name="connsiteY7" fmla="*/ 1280160 h 2637322"/>
                <a:gd name="connsiteX8" fmla="*/ 2532246 w 3581400"/>
                <a:gd name="connsiteY8" fmla="*/ 1010652 h 2637322"/>
                <a:gd name="connsiteX9" fmla="*/ 2763252 w 3581400"/>
                <a:gd name="connsiteY9" fmla="*/ 0 h 2637322"/>
                <a:gd name="connsiteX10" fmla="*/ 1656347 w 3581400"/>
                <a:gd name="connsiteY10" fmla="*/ 818147 h 2637322"/>
                <a:gd name="connsiteX11" fmla="*/ 732322 w 3581400"/>
                <a:gd name="connsiteY11" fmla="*/ 192505 h 2637322"/>
                <a:gd name="connsiteX12" fmla="*/ 914400 w 3581400"/>
                <a:gd name="connsiteY12" fmla="*/ 1146208 h 2637322"/>
                <a:gd name="connsiteX0" fmla="*/ 914400 w 3581400"/>
                <a:gd name="connsiteY0" fmla="*/ 1146208 h 2637322"/>
                <a:gd name="connsiteX1" fmla="*/ 0 w 3581400"/>
                <a:gd name="connsiteY1" fmla="*/ 1527208 h 2637322"/>
                <a:gd name="connsiteX2" fmla="*/ 1066799 w 3581400"/>
                <a:gd name="connsiteY2" fmla="*/ 1679608 h 2637322"/>
                <a:gd name="connsiteX3" fmla="*/ 1295399 w 3581400"/>
                <a:gd name="connsiteY3" fmla="*/ 2517808 h 2637322"/>
                <a:gd name="connsiteX4" fmla="*/ 1904999 w 3581400"/>
                <a:gd name="connsiteY4" fmla="*/ 1832008 h 2637322"/>
                <a:gd name="connsiteX5" fmla="*/ 2898006 w 3581400"/>
                <a:gd name="connsiteY5" fmla="*/ 2637322 h 2637322"/>
                <a:gd name="connsiteX6" fmla="*/ 2695875 w 3581400"/>
                <a:gd name="connsiteY6" fmla="*/ 1732547 h 2637322"/>
                <a:gd name="connsiteX7" fmla="*/ 3581400 w 3581400"/>
                <a:gd name="connsiteY7" fmla="*/ 1280160 h 2637322"/>
                <a:gd name="connsiteX8" fmla="*/ 2532246 w 3581400"/>
                <a:gd name="connsiteY8" fmla="*/ 1010652 h 2637322"/>
                <a:gd name="connsiteX9" fmla="*/ 2763252 w 3581400"/>
                <a:gd name="connsiteY9" fmla="*/ 0 h 2637322"/>
                <a:gd name="connsiteX10" fmla="*/ 1656347 w 3581400"/>
                <a:gd name="connsiteY10" fmla="*/ 818147 h 2637322"/>
                <a:gd name="connsiteX11" fmla="*/ 732322 w 3581400"/>
                <a:gd name="connsiteY11" fmla="*/ 192505 h 2637322"/>
                <a:gd name="connsiteX12" fmla="*/ 914400 w 3581400"/>
                <a:gd name="connsiteY12" fmla="*/ 1146208 h 2637322"/>
                <a:gd name="connsiteX0" fmla="*/ 914400 w 3581400"/>
                <a:gd name="connsiteY0" fmla="*/ 1146208 h 2517808"/>
                <a:gd name="connsiteX1" fmla="*/ 0 w 3581400"/>
                <a:gd name="connsiteY1" fmla="*/ 1527208 h 2517808"/>
                <a:gd name="connsiteX2" fmla="*/ 1066799 w 3581400"/>
                <a:gd name="connsiteY2" fmla="*/ 1679608 h 2517808"/>
                <a:gd name="connsiteX3" fmla="*/ 1295399 w 3581400"/>
                <a:gd name="connsiteY3" fmla="*/ 2517808 h 2517808"/>
                <a:gd name="connsiteX4" fmla="*/ 1904999 w 3581400"/>
                <a:gd name="connsiteY4" fmla="*/ 1832008 h 2517808"/>
                <a:gd name="connsiteX5" fmla="*/ 2743200 w 3581400"/>
                <a:gd name="connsiteY5" fmla="*/ 2316480 h 2517808"/>
                <a:gd name="connsiteX6" fmla="*/ 2695875 w 3581400"/>
                <a:gd name="connsiteY6" fmla="*/ 1732547 h 2517808"/>
                <a:gd name="connsiteX7" fmla="*/ 3581400 w 3581400"/>
                <a:gd name="connsiteY7" fmla="*/ 1280160 h 2517808"/>
                <a:gd name="connsiteX8" fmla="*/ 2532246 w 3581400"/>
                <a:gd name="connsiteY8" fmla="*/ 1010652 h 2517808"/>
                <a:gd name="connsiteX9" fmla="*/ 2763252 w 3581400"/>
                <a:gd name="connsiteY9" fmla="*/ 0 h 2517808"/>
                <a:gd name="connsiteX10" fmla="*/ 1656347 w 3581400"/>
                <a:gd name="connsiteY10" fmla="*/ 818147 h 2517808"/>
                <a:gd name="connsiteX11" fmla="*/ 732322 w 3581400"/>
                <a:gd name="connsiteY11" fmla="*/ 192505 h 2517808"/>
                <a:gd name="connsiteX12" fmla="*/ 914400 w 3581400"/>
                <a:gd name="connsiteY12" fmla="*/ 1146208 h 2517808"/>
                <a:gd name="connsiteX0" fmla="*/ 914400 w 3581400"/>
                <a:gd name="connsiteY0" fmla="*/ 1146208 h 2517808"/>
                <a:gd name="connsiteX1" fmla="*/ 0 w 3581400"/>
                <a:gd name="connsiteY1" fmla="*/ 1527208 h 2517808"/>
                <a:gd name="connsiteX2" fmla="*/ 1066799 w 3581400"/>
                <a:gd name="connsiteY2" fmla="*/ 1679608 h 2517808"/>
                <a:gd name="connsiteX3" fmla="*/ 1295399 w 3581400"/>
                <a:gd name="connsiteY3" fmla="*/ 2517808 h 2517808"/>
                <a:gd name="connsiteX4" fmla="*/ 1904999 w 3581400"/>
                <a:gd name="connsiteY4" fmla="*/ 1832008 h 2517808"/>
                <a:gd name="connsiteX5" fmla="*/ 2590800 w 3581400"/>
                <a:gd name="connsiteY5" fmla="*/ 2240280 h 2517808"/>
                <a:gd name="connsiteX6" fmla="*/ 2695875 w 3581400"/>
                <a:gd name="connsiteY6" fmla="*/ 1732547 h 2517808"/>
                <a:gd name="connsiteX7" fmla="*/ 3581400 w 3581400"/>
                <a:gd name="connsiteY7" fmla="*/ 1280160 h 2517808"/>
                <a:gd name="connsiteX8" fmla="*/ 2532246 w 3581400"/>
                <a:gd name="connsiteY8" fmla="*/ 1010652 h 2517808"/>
                <a:gd name="connsiteX9" fmla="*/ 2763252 w 3581400"/>
                <a:gd name="connsiteY9" fmla="*/ 0 h 2517808"/>
                <a:gd name="connsiteX10" fmla="*/ 1656347 w 3581400"/>
                <a:gd name="connsiteY10" fmla="*/ 818147 h 2517808"/>
                <a:gd name="connsiteX11" fmla="*/ 732322 w 3581400"/>
                <a:gd name="connsiteY11" fmla="*/ 192505 h 2517808"/>
                <a:gd name="connsiteX12" fmla="*/ 914400 w 3581400"/>
                <a:gd name="connsiteY12" fmla="*/ 1146208 h 2517808"/>
                <a:gd name="connsiteX0" fmla="*/ 914400 w 3581400"/>
                <a:gd name="connsiteY0" fmla="*/ 1146208 h 2517808"/>
                <a:gd name="connsiteX1" fmla="*/ 0 w 3581400"/>
                <a:gd name="connsiteY1" fmla="*/ 1527208 h 2517808"/>
                <a:gd name="connsiteX2" fmla="*/ 1066799 w 3581400"/>
                <a:gd name="connsiteY2" fmla="*/ 1679608 h 2517808"/>
                <a:gd name="connsiteX3" fmla="*/ 1295399 w 3581400"/>
                <a:gd name="connsiteY3" fmla="*/ 2517808 h 2517808"/>
                <a:gd name="connsiteX4" fmla="*/ 1904999 w 3581400"/>
                <a:gd name="connsiteY4" fmla="*/ 1832008 h 2517808"/>
                <a:gd name="connsiteX5" fmla="*/ 2590800 w 3581400"/>
                <a:gd name="connsiteY5" fmla="*/ 2240280 h 2517808"/>
                <a:gd name="connsiteX6" fmla="*/ 2362200 w 3581400"/>
                <a:gd name="connsiteY6" fmla="*/ 1554480 h 2517808"/>
                <a:gd name="connsiteX7" fmla="*/ 3581400 w 3581400"/>
                <a:gd name="connsiteY7" fmla="*/ 1280160 h 2517808"/>
                <a:gd name="connsiteX8" fmla="*/ 2532246 w 3581400"/>
                <a:gd name="connsiteY8" fmla="*/ 1010652 h 2517808"/>
                <a:gd name="connsiteX9" fmla="*/ 2763252 w 3581400"/>
                <a:gd name="connsiteY9" fmla="*/ 0 h 2517808"/>
                <a:gd name="connsiteX10" fmla="*/ 1656347 w 3581400"/>
                <a:gd name="connsiteY10" fmla="*/ 818147 h 2517808"/>
                <a:gd name="connsiteX11" fmla="*/ 732322 w 3581400"/>
                <a:gd name="connsiteY11" fmla="*/ 192505 h 2517808"/>
                <a:gd name="connsiteX12" fmla="*/ 914400 w 3581400"/>
                <a:gd name="connsiteY12" fmla="*/ 1146208 h 2517808"/>
                <a:gd name="connsiteX0" fmla="*/ 914400 w 2971800"/>
                <a:gd name="connsiteY0" fmla="*/ 1146208 h 2517808"/>
                <a:gd name="connsiteX1" fmla="*/ 0 w 2971800"/>
                <a:gd name="connsiteY1" fmla="*/ 1527208 h 2517808"/>
                <a:gd name="connsiteX2" fmla="*/ 1066799 w 2971800"/>
                <a:gd name="connsiteY2" fmla="*/ 1679608 h 2517808"/>
                <a:gd name="connsiteX3" fmla="*/ 1295399 w 2971800"/>
                <a:gd name="connsiteY3" fmla="*/ 2517808 h 2517808"/>
                <a:gd name="connsiteX4" fmla="*/ 1904999 w 2971800"/>
                <a:gd name="connsiteY4" fmla="*/ 1832008 h 2517808"/>
                <a:gd name="connsiteX5" fmla="*/ 2590800 w 2971800"/>
                <a:gd name="connsiteY5" fmla="*/ 2240280 h 2517808"/>
                <a:gd name="connsiteX6" fmla="*/ 2362200 w 2971800"/>
                <a:gd name="connsiteY6" fmla="*/ 1554480 h 2517808"/>
                <a:gd name="connsiteX7" fmla="*/ 2971800 w 2971800"/>
                <a:gd name="connsiteY7" fmla="*/ 1097280 h 2517808"/>
                <a:gd name="connsiteX8" fmla="*/ 2532246 w 2971800"/>
                <a:gd name="connsiteY8" fmla="*/ 1010652 h 2517808"/>
                <a:gd name="connsiteX9" fmla="*/ 2763252 w 2971800"/>
                <a:gd name="connsiteY9" fmla="*/ 0 h 2517808"/>
                <a:gd name="connsiteX10" fmla="*/ 1656347 w 2971800"/>
                <a:gd name="connsiteY10" fmla="*/ 818147 h 2517808"/>
                <a:gd name="connsiteX11" fmla="*/ 732322 w 2971800"/>
                <a:gd name="connsiteY11" fmla="*/ 192505 h 2517808"/>
                <a:gd name="connsiteX12" fmla="*/ 914400 w 2971800"/>
                <a:gd name="connsiteY12" fmla="*/ 1146208 h 251780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532246 w 2971800"/>
                <a:gd name="connsiteY8" fmla="*/ 903972 h 2411128"/>
                <a:gd name="connsiteX9" fmla="*/ 2438400 w 2971800"/>
                <a:gd name="connsiteY9" fmla="*/ 0 h 2411128"/>
                <a:gd name="connsiteX10" fmla="*/ 1656347 w 2971800"/>
                <a:gd name="connsiteY10" fmla="*/ 711467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532246 w 2971800"/>
                <a:gd name="connsiteY8" fmla="*/ 903972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2860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143000 w 2971800"/>
                <a:gd name="connsiteY2" fmla="*/ 1600200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90600 w 2971800"/>
                <a:gd name="connsiteY0" fmla="*/ 990600 h 2411128"/>
                <a:gd name="connsiteX1" fmla="*/ 0 w 2971800"/>
                <a:gd name="connsiteY1" fmla="*/ 1420528 h 2411128"/>
                <a:gd name="connsiteX2" fmla="*/ 1143000 w 2971800"/>
                <a:gd name="connsiteY2" fmla="*/ 1600200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90600 w 2971800"/>
                <a:gd name="connsiteY12" fmla="*/ 990600 h 2411128"/>
                <a:gd name="connsiteX0" fmla="*/ 932848 w 2971800"/>
                <a:gd name="connsiteY0" fmla="*/ 1013059 h 2411128"/>
                <a:gd name="connsiteX1" fmla="*/ 0 w 2971800"/>
                <a:gd name="connsiteY1" fmla="*/ 1420528 h 2411128"/>
                <a:gd name="connsiteX2" fmla="*/ 1143000 w 2971800"/>
                <a:gd name="connsiteY2" fmla="*/ 1600200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32848 w 2971800"/>
                <a:gd name="connsiteY12" fmla="*/ 1013059 h 2411128"/>
                <a:gd name="connsiteX0" fmla="*/ 924025 w 2962977"/>
                <a:gd name="connsiteY0" fmla="*/ 1013059 h 2411128"/>
                <a:gd name="connsiteX1" fmla="*/ 0 w 2962977"/>
                <a:gd name="connsiteY1" fmla="*/ 1428549 h 2411128"/>
                <a:gd name="connsiteX2" fmla="*/ 1134177 w 2962977"/>
                <a:gd name="connsiteY2" fmla="*/ 1600200 h 2411128"/>
                <a:gd name="connsiteX3" fmla="*/ 1286576 w 2962977"/>
                <a:gd name="connsiteY3" fmla="*/ 2411128 h 2411128"/>
                <a:gd name="connsiteX4" fmla="*/ 1743777 w 2962977"/>
                <a:gd name="connsiteY4" fmla="*/ 1752600 h 2411128"/>
                <a:gd name="connsiteX5" fmla="*/ 2581977 w 2962977"/>
                <a:gd name="connsiteY5" fmla="*/ 2133600 h 2411128"/>
                <a:gd name="connsiteX6" fmla="*/ 2353377 w 2962977"/>
                <a:gd name="connsiteY6" fmla="*/ 1371600 h 2411128"/>
                <a:gd name="connsiteX7" fmla="*/ 2962977 w 2962977"/>
                <a:gd name="connsiteY7" fmla="*/ 990600 h 2411128"/>
                <a:gd name="connsiteX8" fmla="*/ 2200977 w 2962977"/>
                <a:gd name="connsiteY8" fmla="*/ 838200 h 2411128"/>
                <a:gd name="connsiteX9" fmla="*/ 2429577 w 2962977"/>
                <a:gd name="connsiteY9" fmla="*/ 0 h 2411128"/>
                <a:gd name="connsiteX10" fmla="*/ 1591377 w 2962977"/>
                <a:gd name="connsiteY10" fmla="*/ 685800 h 2411128"/>
                <a:gd name="connsiteX11" fmla="*/ 723499 w 2962977"/>
                <a:gd name="connsiteY11" fmla="*/ 85825 h 2411128"/>
                <a:gd name="connsiteX12" fmla="*/ 924025 w 2962977"/>
                <a:gd name="connsiteY12" fmla="*/ 1013059 h 2411128"/>
                <a:gd name="connsiteX0" fmla="*/ 886326 w 2925278"/>
                <a:gd name="connsiteY0" fmla="*/ 1013059 h 2411128"/>
                <a:gd name="connsiteX1" fmla="*/ 0 w 2925278"/>
                <a:gd name="connsiteY1" fmla="*/ 1436570 h 2411128"/>
                <a:gd name="connsiteX2" fmla="*/ 1096478 w 2925278"/>
                <a:gd name="connsiteY2" fmla="*/ 1600200 h 2411128"/>
                <a:gd name="connsiteX3" fmla="*/ 1248877 w 2925278"/>
                <a:gd name="connsiteY3" fmla="*/ 2411128 h 2411128"/>
                <a:gd name="connsiteX4" fmla="*/ 1706078 w 2925278"/>
                <a:gd name="connsiteY4" fmla="*/ 1752600 h 2411128"/>
                <a:gd name="connsiteX5" fmla="*/ 2544278 w 2925278"/>
                <a:gd name="connsiteY5" fmla="*/ 2133600 h 2411128"/>
                <a:gd name="connsiteX6" fmla="*/ 2315678 w 2925278"/>
                <a:gd name="connsiteY6" fmla="*/ 1371600 h 2411128"/>
                <a:gd name="connsiteX7" fmla="*/ 2925278 w 2925278"/>
                <a:gd name="connsiteY7" fmla="*/ 990600 h 2411128"/>
                <a:gd name="connsiteX8" fmla="*/ 2163278 w 2925278"/>
                <a:gd name="connsiteY8" fmla="*/ 838200 h 2411128"/>
                <a:gd name="connsiteX9" fmla="*/ 2391878 w 2925278"/>
                <a:gd name="connsiteY9" fmla="*/ 0 h 2411128"/>
                <a:gd name="connsiteX10" fmla="*/ 1553678 w 2925278"/>
                <a:gd name="connsiteY10" fmla="*/ 685800 h 2411128"/>
                <a:gd name="connsiteX11" fmla="*/ 685800 w 2925278"/>
                <a:gd name="connsiteY11" fmla="*/ 85825 h 2411128"/>
                <a:gd name="connsiteX12" fmla="*/ 886326 w 2925278"/>
                <a:gd name="connsiteY12" fmla="*/ 1013059 h 2411128"/>
                <a:gd name="connsiteX0" fmla="*/ 886326 w 2925278"/>
                <a:gd name="connsiteY0" fmla="*/ 1013059 h 2411128"/>
                <a:gd name="connsiteX1" fmla="*/ 0 w 2925278"/>
                <a:gd name="connsiteY1" fmla="*/ 1436570 h 2411128"/>
                <a:gd name="connsiteX2" fmla="*/ 1096478 w 2925278"/>
                <a:gd name="connsiteY2" fmla="*/ 1600200 h 2411128"/>
                <a:gd name="connsiteX3" fmla="*/ 1248877 w 2925278"/>
                <a:gd name="connsiteY3" fmla="*/ 2411128 h 2411128"/>
                <a:gd name="connsiteX4" fmla="*/ 1706078 w 2925278"/>
                <a:gd name="connsiteY4" fmla="*/ 1752600 h 2411128"/>
                <a:gd name="connsiteX5" fmla="*/ 2544278 w 2925278"/>
                <a:gd name="connsiteY5" fmla="*/ 2133600 h 2411128"/>
                <a:gd name="connsiteX6" fmla="*/ 2315678 w 2925278"/>
                <a:gd name="connsiteY6" fmla="*/ 1371600 h 2411128"/>
                <a:gd name="connsiteX7" fmla="*/ 2925278 w 2925278"/>
                <a:gd name="connsiteY7" fmla="*/ 990600 h 2411128"/>
                <a:gd name="connsiteX8" fmla="*/ 2163278 w 2925278"/>
                <a:gd name="connsiteY8" fmla="*/ 838200 h 2411128"/>
                <a:gd name="connsiteX9" fmla="*/ 2391878 w 2925278"/>
                <a:gd name="connsiteY9" fmla="*/ 0 h 2411128"/>
                <a:gd name="connsiteX10" fmla="*/ 1553678 w 2925278"/>
                <a:gd name="connsiteY10" fmla="*/ 685800 h 2411128"/>
                <a:gd name="connsiteX11" fmla="*/ 702644 w 2925278"/>
                <a:gd name="connsiteY11" fmla="*/ 118711 h 2411128"/>
                <a:gd name="connsiteX12" fmla="*/ 886326 w 2925278"/>
                <a:gd name="connsiteY12" fmla="*/ 1013059 h 2411128"/>
                <a:gd name="connsiteX0" fmla="*/ 886326 w 2925278"/>
                <a:gd name="connsiteY0" fmla="*/ 1013059 h 2411128"/>
                <a:gd name="connsiteX1" fmla="*/ 0 w 2925278"/>
                <a:gd name="connsiteY1" fmla="*/ 1436570 h 2411128"/>
                <a:gd name="connsiteX2" fmla="*/ 1096478 w 2925278"/>
                <a:gd name="connsiteY2" fmla="*/ 1600200 h 2411128"/>
                <a:gd name="connsiteX3" fmla="*/ 1248877 w 2925278"/>
                <a:gd name="connsiteY3" fmla="*/ 2411128 h 2411128"/>
                <a:gd name="connsiteX4" fmla="*/ 1706078 w 2925278"/>
                <a:gd name="connsiteY4" fmla="*/ 1752600 h 2411128"/>
                <a:gd name="connsiteX5" fmla="*/ 2544278 w 2925278"/>
                <a:gd name="connsiteY5" fmla="*/ 2133600 h 2411128"/>
                <a:gd name="connsiteX6" fmla="*/ 2315678 w 2925278"/>
                <a:gd name="connsiteY6" fmla="*/ 1371600 h 2411128"/>
                <a:gd name="connsiteX7" fmla="*/ 2925278 w 2925278"/>
                <a:gd name="connsiteY7" fmla="*/ 990600 h 2411128"/>
                <a:gd name="connsiteX8" fmla="*/ 2163278 w 2925278"/>
                <a:gd name="connsiteY8" fmla="*/ 838200 h 2411128"/>
                <a:gd name="connsiteX9" fmla="*/ 2391878 w 2925278"/>
                <a:gd name="connsiteY9" fmla="*/ 0 h 2411128"/>
                <a:gd name="connsiteX10" fmla="*/ 1495926 w 2925278"/>
                <a:gd name="connsiteY10" fmla="*/ 637674 h 2411128"/>
                <a:gd name="connsiteX11" fmla="*/ 702644 w 2925278"/>
                <a:gd name="connsiteY11" fmla="*/ 118711 h 2411128"/>
                <a:gd name="connsiteX12" fmla="*/ 886326 w 2925278"/>
                <a:gd name="connsiteY12" fmla="*/ 1013059 h 2411128"/>
                <a:gd name="connsiteX0" fmla="*/ 886326 w 2925278"/>
                <a:gd name="connsiteY0" fmla="*/ 1061185 h 2459254"/>
                <a:gd name="connsiteX1" fmla="*/ 0 w 2925278"/>
                <a:gd name="connsiteY1" fmla="*/ 1484696 h 2459254"/>
                <a:gd name="connsiteX2" fmla="*/ 1096478 w 2925278"/>
                <a:gd name="connsiteY2" fmla="*/ 1648326 h 2459254"/>
                <a:gd name="connsiteX3" fmla="*/ 1248877 w 2925278"/>
                <a:gd name="connsiteY3" fmla="*/ 2459254 h 2459254"/>
                <a:gd name="connsiteX4" fmla="*/ 1706078 w 2925278"/>
                <a:gd name="connsiteY4" fmla="*/ 1800726 h 2459254"/>
                <a:gd name="connsiteX5" fmla="*/ 2544278 w 2925278"/>
                <a:gd name="connsiteY5" fmla="*/ 2181726 h 2459254"/>
                <a:gd name="connsiteX6" fmla="*/ 2315678 w 2925278"/>
                <a:gd name="connsiteY6" fmla="*/ 1419726 h 2459254"/>
                <a:gd name="connsiteX7" fmla="*/ 2925278 w 2925278"/>
                <a:gd name="connsiteY7" fmla="*/ 1038726 h 2459254"/>
                <a:gd name="connsiteX8" fmla="*/ 2163278 w 2925278"/>
                <a:gd name="connsiteY8" fmla="*/ 886326 h 2459254"/>
                <a:gd name="connsiteX9" fmla="*/ 2391878 w 2925278"/>
                <a:gd name="connsiteY9" fmla="*/ 0 h 2459254"/>
                <a:gd name="connsiteX10" fmla="*/ 1495926 w 2925278"/>
                <a:gd name="connsiteY10" fmla="*/ 685800 h 2459254"/>
                <a:gd name="connsiteX11" fmla="*/ 702644 w 2925278"/>
                <a:gd name="connsiteY11" fmla="*/ 166837 h 2459254"/>
                <a:gd name="connsiteX12" fmla="*/ 886326 w 2925278"/>
                <a:gd name="connsiteY12" fmla="*/ 1061185 h 2459254"/>
                <a:gd name="connsiteX0" fmla="*/ 886326 w 2925278"/>
                <a:gd name="connsiteY0" fmla="*/ 1061185 h 2459254"/>
                <a:gd name="connsiteX1" fmla="*/ 0 w 2925278"/>
                <a:gd name="connsiteY1" fmla="*/ 1484696 h 2459254"/>
                <a:gd name="connsiteX2" fmla="*/ 1096478 w 2925278"/>
                <a:gd name="connsiteY2" fmla="*/ 1648326 h 2459254"/>
                <a:gd name="connsiteX3" fmla="*/ 1248877 w 2925278"/>
                <a:gd name="connsiteY3" fmla="*/ 2459254 h 2459254"/>
                <a:gd name="connsiteX4" fmla="*/ 1706078 w 2925278"/>
                <a:gd name="connsiteY4" fmla="*/ 1800726 h 2459254"/>
                <a:gd name="connsiteX5" fmla="*/ 2544278 w 2925278"/>
                <a:gd name="connsiteY5" fmla="*/ 2181726 h 2459254"/>
                <a:gd name="connsiteX6" fmla="*/ 2315678 w 2925278"/>
                <a:gd name="connsiteY6" fmla="*/ 1419726 h 2459254"/>
                <a:gd name="connsiteX7" fmla="*/ 2925278 w 2925278"/>
                <a:gd name="connsiteY7" fmla="*/ 1038726 h 2459254"/>
                <a:gd name="connsiteX8" fmla="*/ 2221029 w 2925278"/>
                <a:gd name="connsiteY8" fmla="*/ 847825 h 2459254"/>
                <a:gd name="connsiteX9" fmla="*/ 2391878 w 2925278"/>
                <a:gd name="connsiteY9" fmla="*/ 0 h 2459254"/>
                <a:gd name="connsiteX10" fmla="*/ 1495926 w 2925278"/>
                <a:gd name="connsiteY10" fmla="*/ 685800 h 2459254"/>
                <a:gd name="connsiteX11" fmla="*/ 702644 w 2925278"/>
                <a:gd name="connsiteY11" fmla="*/ 166837 h 2459254"/>
                <a:gd name="connsiteX12" fmla="*/ 886326 w 2925278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06078 w 3040781"/>
                <a:gd name="connsiteY4" fmla="*/ 1800726 h 2459254"/>
                <a:gd name="connsiteX5" fmla="*/ 2544278 w 3040781"/>
                <a:gd name="connsiteY5" fmla="*/ 2181726 h 2459254"/>
                <a:gd name="connsiteX6" fmla="*/ 2315678 w 3040781"/>
                <a:gd name="connsiteY6" fmla="*/ 1419726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06078 w 3040781"/>
                <a:gd name="connsiteY4" fmla="*/ 1800726 h 2459254"/>
                <a:gd name="connsiteX5" fmla="*/ 2544278 w 3040781"/>
                <a:gd name="connsiteY5" fmla="*/ 2210602 h 2459254"/>
                <a:gd name="connsiteX6" fmla="*/ 2315678 w 3040781"/>
                <a:gd name="connsiteY6" fmla="*/ 1419726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06078 w 3040781"/>
                <a:gd name="connsiteY4" fmla="*/ 1800726 h 2459254"/>
                <a:gd name="connsiteX5" fmla="*/ 2544278 w 3040781"/>
                <a:gd name="connsiteY5" fmla="*/ 2210602 h 2459254"/>
                <a:gd name="connsiteX6" fmla="*/ 2354179 w 3040781"/>
                <a:gd name="connsiteY6" fmla="*/ 1410101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25328 w 3040781"/>
                <a:gd name="connsiteY4" fmla="*/ 1839227 h 2459254"/>
                <a:gd name="connsiteX5" fmla="*/ 2544278 w 3040781"/>
                <a:gd name="connsiteY5" fmla="*/ 2210602 h 2459254"/>
                <a:gd name="connsiteX6" fmla="*/ 2354179 w 3040781"/>
                <a:gd name="connsiteY6" fmla="*/ 1410101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555506"/>
                <a:gd name="connsiteX1" fmla="*/ 0 w 3040781"/>
                <a:gd name="connsiteY1" fmla="*/ 1484696 h 2555506"/>
                <a:gd name="connsiteX2" fmla="*/ 1096478 w 3040781"/>
                <a:gd name="connsiteY2" fmla="*/ 1648326 h 2555506"/>
                <a:gd name="connsiteX3" fmla="*/ 1258502 w 3040781"/>
                <a:gd name="connsiteY3" fmla="*/ 2555506 h 2555506"/>
                <a:gd name="connsiteX4" fmla="*/ 1725328 w 3040781"/>
                <a:gd name="connsiteY4" fmla="*/ 1839227 h 2555506"/>
                <a:gd name="connsiteX5" fmla="*/ 2544278 w 3040781"/>
                <a:gd name="connsiteY5" fmla="*/ 2210602 h 2555506"/>
                <a:gd name="connsiteX6" fmla="*/ 2354179 w 3040781"/>
                <a:gd name="connsiteY6" fmla="*/ 1410101 h 2555506"/>
                <a:gd name="connsiteX7" fmla="*/ 3040781 w 3040781"/>
                <a:gd name="connsiteY7" fmla="*/ 1057976 h 2555506"/>
                <a:gd name="connsiteX8" fmla="*/ 2221029 w 3040781"/>
                <a:gd name="connsiteY8" fmla="*/ 847825 h 2555506"/>
                <a:gd name="connsiteX9" fmla="*/ 2391878 w 3040781"/>
                <a:gd name="connsiteY9" fmla="*/ 0 h 2555506"/>
                <a:gd name="connsiteX10" fmla="*/ 1495926 w 3040781"/>
                <a:gd name="connsiteY10" fmla="*/ 685800 h 2555506"/>
                <a:gd name="connsiteX11" fmla="*/ 702644 w 3040781"/>
                <a:gd name="connsiteY11" fmla="*/ 166837 h 2555506"/>
                <a:gd name="connsiteX12" fmla="*/ 886326 w 3040781"/>
                <a:gd name="connsiteY12" fmla="*/ 1061185 h 2555506"/>
                <a:gd name="connsiteX0" fmla="*/ 953702 w 3108157"/>
                <a:gd name="connsiteY0" fmla="*/ 1061185 h 2555506"/>
                <a:gd name="connsiteX1" fmla="*/ 0 w 3108157"/>
                <a:gd name="connsiteY1" fmla="*/ 1513572 h 2555506"/>
                <a:gd name="connsiteX2" fmla="*/ 1163854 w 3108157"/>
                <a:gd name="connsiteY2" fmla="*/ 1648326 h 2555506"/>
                <a:gd name="connsiteX3" fmla="*/ 1325878 w 3108157"/>
                <a:gd name="connsiteY3" fmla="*/ 2555506 h 2555506"/>
                <a:gd name="connsiteX4" fmla="*/ 1792704 w 3108157"/>
                <a:gd name="connsiteY4" fmla="*/ 1839227 h 2555506"/>
                <a:gd name="connsiteX5" fmla="*/ 2611654 w 3108157"/>
                <a:gd name="connsiteY5" fmla="*/ 2210602 h 2555506"/>
                <a:gd name="connsiteX6" fmla="*/ 2421555 w 3108157"/>
                <a:gd name="connsiteY6" fmla="*/ 1410101 h 2555506"/>
                <a:gd name="connsiteX7" fmla="*/ 3108157 w 3108157"/>
                <a:gd name="connsiteY7" fmla="*/ 1057976 h 2555506"/>
                <a:gd name="connsiteX8" fmla="*/ 2288405 w 3108157"/>
                <a:gd name="connsiteY8" fmla="*/ 847825 h 2555506"/>
                <a:gd name="connsiteX9" fmla="*/ 2459254 w 3108157"/>
                <a:gd name="connsiteY9" fmla="*/ 0 h 2555506"/>
                <a:gd name="connsiteX10" fmla="*/ 1563302 w 3108157"/>
                <a:gd name="connsiteY10" fmla="*/ 685800 h 2555506"/>
                <a:gd name="connsiteX11" fmla="*/ 770020 w 3108157"/>
                <a:gd name="connsiteY11" fmla="*/ 166837 h 2555506"/>
                <a:gd name="connsiteX12" fmla="*/ 953702 w 3108157"/>
                <a:gd name="connsiteY12" fmla="*/ 1061185 h 2555506"/>
                <a:gd name="connsiteX0" fmla="*/ 972953 w 3108157"/>
                <a:gd name="connsiteY0" fmla="*/ 1090061 h 2555506"/>
                <a:gd name="connsiteX1" fmla="*/ 0 w 3108157"/>
                <a:gd name="connsiteY1" fmla="*/ 1513572 h 2555506"/>
                <a:gd name="connsiteX2" fmla="*/ 1163854 w 3108157"/>
                <a:gd name="connsiteY2" fmla="*/ 1648326 h 2555506"/>
                <a:gd name="connsiteX3" fmla="*/ 1325878 w 3108157"/>
                <a:gd name="connsiteY3" fmla="*/ 2555506 h 2555506"/>
                <a:gd name="connsiteX4" fmla="*/ 1792704 w 3108157"/>
                <a:gd name="connsiteY4" fmla="*/ 1839227 h 2555506"/>
                <a:gd name="connsiteX5" fmla="*/ 2611654 w 3108157"/>
                <a:gd name="connsiteY5" fmla="*/ 2210602 h 2555506"/>
                <a:gd name="connsiteX6" fmla="*/ 2421555 w 3108157"/>
                <a:gd name="connsiteY6" fmla="*/ 1410101 h 2555506"/>
                <a:gd name="connsiteX7" fmla="*/ 3108157 w 3108157"/>
                <a:gd name="connsiteY7" fmla="*/ 1057976 h 2555506"/>
                <a:gd name="connsiteX8" fmla="*/ 2288405 w 3108157"/>
                <a:gd name="connsiteY8" fmla="*/ 847825 h 2555506"/>
                <a:gd name="connsiteX9" fmla="*/ 2459254 w 3108157"/>
                <a:gd name="connsiteY9" fmla="*/ 0 h 2555506"/>
                <a:gd name="connsiteX10" fmla="*/ 1563302 w 3108157"/>
                <a:gd name="connsiteY10" fmla="*/ 685800 h 2555506"/>
                <a:gd name="connsiteX11" fmla="*/ 770020 w 3108157"/>
                <a:gd name="connsiteY11" fmla="*/ 166837 h 2555506"/>
                <a:gd name="connsiteX12" fmla="*/ 972953 w 3108157"/>
                <a:gd name="connsiteY12" fmla="*/ 1090061 h 2555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08157" h="2555506">
                  <a:moveTo>
                    <a:pt x="972953" y="1090061"/>
                  </a:moveTo>
                  <a:lnTo>
                    <a:pt x="0" y="1513572"/>
                  </a:lnTo>
                  <a:lnTo>
                    <a:pt x="1163854" y="1648326"/>
                  </a:lnTo>
                  <a:lnTo>
                    <a:pt x="1325878" y="2555506"/>
                  </a:lnTo>
                  <a:lnTo>
                    <a:pt x="1792704" y="1839227"/>
                  </a:lnTo>
                  <a:lnTo>
                    <a:pt x="2611654" y="2210602"/>
                  </a:lnTo>
                  <a:lnTo>
                    <a:pt x="2421555" y="1410101"/>
                  </a:lnTo>
                  <a:lnTo>
                    <a:pt x="3108157" y="1057976"/>
                  </a:lnTo>
                  <a:lnTo>
                    <a:pt x="2288405" y="847825"/>
                  </a:lnTo>
                  <a:lnTo>
                    <a:pt x="2459254" y="0"/>
                  </a:lnTo>
                  <a:lnTo>
                    <a:pt x="1563302" y="685800"/>
                  </a:lnTo>
                  <a:lnTo>
                    <a:pt x="770020" y="166837"/>
                  </a:lnTo>
                  <a:lnTo>
                    <a:pt x="972953" y="1090061"/>
                  </a:lnTo>
                  <a:close/>
                </a:path>
              </a:pathLst>
            </a:cu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98" name="Freeform 197"/>
            <p:cNvSpPr/>
            <p:nvPr/>
          </p:nvSpPr>
          <p:spPr bwMode="auto">
            <a:xfrm>
              <a:off x="1114125" y="4076300"/>
              <a:ext cx="2535453" cy="2084633"/>
            </a:xfrm>
            <a:custGeom>
              <a:avLst/>
              <a:gdLst>
                <a:gd name="connsiteX0" fmla="*/ 1549667 w 3830855"/>
                <a:gd name="connsiteY0" fmla="*/ 1135781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232034 w 3830855"/>
                <a:gd name="connsiteY12" fmla="*/ 1280160 h 3051208"/>
                <a:gd name="connsiteX13" fmla="*/ 1549667 w 3830855"/>
                <a:gd name="connsiteY13" fmla="*/ 1135781 h 3051208"/>
                <a:gd name="connsiteX0" fmla="*/ 1232034 w 3830855"/>
                <a:gd name="connsiteY0" fmla="*/ 1280160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232034 w 3830855"/>
                <a:gd name="connsiteY12" fmla="*/ 1280160 h 3051208"/>
                <a:gd name="connsiteX0" fmla="*/ 1163855 w 3830855"/>
                <a:gd name="connsiteY0" fmla="*/ 1146208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163855 w 3830855"/>
                <a:gd name="connsiteY12" fmla="*/ 1146208 h 3051208"/>
                <a:gd name="connsiteX0" fmla="*/ 914400 w 3581400"/>
                <a:gd name="connsiteY0" fmla="*/ 1146208 h 3051208"/>
                <a:gd name="connsiteX1" fmla="*/ 0 w 3581400"/>
                <a:gd name="connsiteY1" fmla="*/ 1527208 h 3051208"/>
                <a:gd name="connsiteX2" fmla="*/ 1184709 w 3581400"/>
                <a:gd name="connsiteY2" fmla="*/ 2002054 h 3051208"/>
                <a:gd name="connsiteX3" fmla="*/ 1425341 w 3581400"/>
                <a:gd name="connsiteY3" fmla="*/ 3051208 h 3051208"/>
                <a:gd name="connsiteX4" fmla="*/ 1964355 w 3581400"/>
                <a:gd name="connsiteY4" fmla="*/ 2233061 h 3051208"/>
                <a:gd name="connsiteX5" fmla="*/ 2898006 w 3581400"/>
                <a:gd name="connsiteY5" fmla="*/ 2637322 h 3051208"/>
                <a:gd name="connsiteX6" fmla="*/ 2695875 w 3581400"/>
                <a:gd name="connsiteY6" fmla="*/ 1732547 h 3051208"/>
                <a:gd name="connsiteX7" fmla="*/ 3581400 w 3581400"/>
                <a:gd name="connsiteY7" fmla="*/ 1280160 h 3051208"/>
                <a:gd name="connsiteX8" fmla="*/ 2532246 w 3581400"/>
                <a:gd name="connsiteY8" fmla="*/ 1010652 h 3051208"/>
                <a:gd name="connsiteX9" fmla="*/ 2763252 w 3581400"/>
                <a:gd name="connsiteY9" fmla="*/ 0 h 3051208"/>
                <a:gd name="connsiteX10" fmla="*/ 1656347 w 3581400"/>
                <a:gd name="connsiteY10" fmla="*/ 818147 h 3051208"/>
                <a:gd name="connsiteX11" fmla="*/ 732322 w 3581400"/>
                <a:gd name="connsiteY11" fmla="*/ 192505 h 3051208"/>
                <a:gd name="connsiteX12" fmla="*/ 914400 w 3581400"/>
                <a:gd name="connsiteY12" fmla="*/ 1146208 h 3051208"/>
                <a:gd name="connsiteX0" fmla="*/ 914400 w 3581400"/>
                <a:gd name="connsiteY0" fmla="*/ 1146208 h 3051208"/>
                <a:gd name="connsiteX1" fmla="*/ 0 w 3581400"/>
                <a:gd name="connsiteY1" fmla="*/ 1527208 h 3051208"/>
                <a:gd name="connsiteX2" fmla="*/ 1066799 w 3581400"/>
                <a:gd name="connsiteY2" fmla="*/ 1679608 h 3051208"/>
                <a:gd name="connsiteX3" fmla="*/ 1425341 w 3581400"/>
                <a:gd name="connsiteY3" fmla="*/ 3051208 h 3051208"/>
                <a:gd name="connsiteX4" fmla="*/ 1964355 w 3581400"/>
                <a:gd name="connsiteY4" fmla="*/ 2233061 h 3051208"/>
                <a:gd name="connsiteX5" fmla="*/ 2898006 w 3581400"/>
                <a:gd name="connsiteY5" fmla="*/ 2637322 h 3051208"/>
                <a:gd name="connsiteX6" fmla="*/ 2695875 w 3581400"/>
                <a:gd name="connsiteY6" fmla="*/ 1732547 h 3051208"/>
                <a:gd name="connsiteX7" fmla="*/ 3581400 w 3581400"/>
                <a:gd name="connsiteY7" fmla="*/ 1280160 h 3051208"/>
                <a:gd name="connsiteX8" fmla="*/ 2532246 w 3581400"/>
                <a:gd name="connsiteY8" fmla="*/ 1010652 h 3051208"/>
                <a:gd name="connsiteX9" fmla="*/ 2763252 w 3581400"/>
                <a:gd name="connsiteY9" fmla="*/ 0 h 3051208"/>
                <a:gd name="connsiteX10" fmla="*/ 1656347 w 3581400"/>
                <a:gd name="connsiteY10" fmla="*/ 818147 h 3051208"/>
                <a:gd name="connsiteX11" fmla="*/ 732322 w 3581400"/>
                <a:gd name="connsiteY11" fmla="*/ 192505 h 3051208"/>
                <a:gd name="connsiteX12" fmla="*/ 914400 w 3581400"/>
                <a:gd name="connsiteY12" fmla="*/ 1146208 h 3051208"/>
                <a:gd name="connsiteX0" fmla="*/ 914400 w 3581400"/>
                <a:gd name="connsiteY0" fmla="*/ 1146208 h 2637322"/>
                <a:gd name="connsiteX1" fmla="*/ 0 w 3581400"/>
                <a:gd name="connsiteY1" fmla="*/ 1527208 h 2637322"/>
                <a:gd name="connsiteX2" fmla="*/ 1066799 w 3581400"/>
                <a:gd name="connsiteY2" fmla="*/ 1679608 h 2637322"/>
                <a:gd name="connsiteX3" fmla="*/ 1295399 w 3581400"/>
                <a:gd name="connsiteY3" fmla="*/ 2517808 h 2637322"/>
                <a:gd name="connsiteX4" fmla="*/ 1964355 w 3581400"/>
                <a:gd name="connsiteY4" fmla="*/ 2233061 h 2637322"/>
                <a:gd name="connsiteX5" fmla="*/ 2898006 w 3581400"/>
                <a:gd name="connsiteY5" fmla="*/ 2637322 h 2637322"/>
                <a:gd name="connsiteX6" fmla="*/ 2695875 w 3581400"/>
                <a:gd name="connsiteY6" fmla="*/ 1732547 h 2637322"/>
                <a:gd name="connsiteX7" fmla="*/ 3581400 w 3581400"/>
                <a:gd name="connsiteY7" fmla="*/ 1280160 h 2637322"/>
                <a:gd name="connsiteX8" fmla="*/ 2532246 w 3581400"/>
                <a:gd name="connsiteY8" fmla="*/ 1010652 h 2637322"/>
                <a:gd name="connsiteX9" fmla="*/ 2763252 w 3581400"/>
                <a:gd name="connsiteY9" fmla="*/ 0 h 2637322"/>
                <a:gd name="connsiteX10" fmla="*/ 1656347 w 3581400"/>
                <a:gd name="connsiteY10" fmla="*/ 818147 h 2637322"/>
                <a:gd name="connsiteX11" fmla="*/ 732322 w 3581400"/>
                <a:gd name="connsiteY11" fmla="*/ 192505 h 2637322"/>
                <a:gd name="connsiteX12" fmla="*/ 914400 w 3581400"/>
                <a:gd name="connsiteY12" fmla="*/ 1146208 h 2637322"/>
                <a:gd name="connsiteX0" fmla="*/ 914400 w 3581400"/>
                <a:gd name="connsiteY0" fmla="*/ 1146208 h 2637322"/>
                <a:gd name="connsiteX1" fmla="*/ 0 w 3581400"/>
                <a:gd name="connsiteY1" fmla="*/ 1527208 h 2637322"/>
                <a:gd name="connsiteX2" fmla="*/ 1066799 w 3581400"/>
                <a:gd name="connsiteY2" fmla="*/ 1679608 h 2637322"/>
                <a:gd name="connsiteX3" fmla="*/ 1295399 w 3581400"/>
                <a:gd name="connsiteY3" fmla="*/ 2517808 h 2637322"/>
                <a:gd name="connsiteX4" fmla="*/ 1904999 w 3581400"/>
                <a:gd name="connsiteY4" fmla="*/ 1984408 h 2637322"/>
                <a:gd name="connsiteX5" fmla="*/ 2898006 w 3581400"/>
                <a:gd name="connsiteY5" fmla="*/ 2637322 h 2637322"/>
                <a:gd name="connsiteX6" fmla="*/ 2695875 w 3581400"/>
                <a:gd name="connsiteY6" fmla="*/ 1732547 h 2637322"/>
                <a:gd name="connsiteX7" fmla="*/ 3581400 w 3581400"/>
                <a:gd name="connsiteY7" fmla="*/ 1280160 h 2637322"/>
                <a:gd name="connsiteX8" fmla="*/ 2532246 w 3581400"/>
                <a:gd name="connsiteY8" fmla="*/ 1010652 h 2637322"/>
                <a:gd name="connsiteX9" fmla="*/ 2763252 w 3581400"/>
                <a:gd name="connsiteY9" fmla="*/ 0 h 2637322"/>
                <a:gd name="connsiteX10" fmla="*/ 1656347 w 3581400"/>
                <a:gd name="connsiteY10" fmla="*/ 818147 h 2637322"/>
                <a:gd name="connsiteX11" fmla="*/ 732322 w 3581400"/>
                <a:gd name="connsiteY11" fmla="*/ 192505 h 2637322"/>
                <a:gd name="connsiteX12" fmla="*/ 914400 w 3581400"/>
                <a:gd name="connsiteY12" fmla="*/ 1146208 h 2637322"/>
                <a:gd name="connsiteX0" fmla="*/ 914400 w 3581400"/>
                <a:gd name="connsiteY0" fmla="*/ 1146208 h 2637322"/>
                <a:gd name="connsiteX1" fmla="*/ 0 w 3581400"/>
                <a:gd name="connsiteY1" fmla="*/ 1527208 h 2637322"/>
                <a:gd name="connsiteX2" fmla="*/ 1066799 w 3581400"/>
                <a:gd name="connsiteY2" fmla="*/ 1679608 h 2637322"/>
                <a:gd name="connsiteX3" fmla="*/ 1295399 w 3581400"/>
                <a:gd name="connsiteY3" fmla="*/ 2517808 h 2637322"/>
                <a:gd name="connsiteX4" fmla="*/ 1904999 w 3581400"/>
                <a:gd name="connsiteY4" fmla="*/ 1832008 h 2637322"/>
                <a:gd name="connsiteX5" fmla="*/ 2898006 w 3581400"/>
                <a:gd name="connsiteY5" fmla="*/ 2637322 h 2637322"/>
                <a:gd name="connsiteX6" fmla="*/ 2695875 w 3581400"/>
                <a:gd name="connsiteY6" fmla="*/ 1732547 h 2637322"/>
                <a:gd name="connsiteX7" fmla="*/ 3581400 w 3581400"/>
                <a:gd name="connsiteY7" fmla="*/ 1280160 h 2637322"/>
                <a:gd name="connsiteX8" fmla="*/ 2532246 w 3581400"/>
                <a:gd name="connsiteY8" fmla="*/ 1010652 h 2637322"/>
                <a:gd name="connsiteX9" fmla="*/ 2763252 w 3581400"/>
                <a:gd name="connsiteY9" fmla="*/ 0 h 2637322"/>
                <a:gd name="connsiteX10" fmla="*/ 1656347 w 3581400"/>
                <a:gd name="connsiteY10" fmla="*/ 818147 h 2637322"/>
                <a:gd name="connsiteX11" fmla="*/ 732322 w 3581400"/>
                <a:gd name="connsiteY11" fmla="*/ 192505 h 2637322"/>
                <a:gd name="connsiteX12" fmla="*/ 914400 w 3581400"/>
                <a:gd name="connsiteY12" fmla="*/ 1146208 h 2637322"/>
                <a:gd name="connsiteX0" fmla="*/ 914400 w 3581400"/>
                <a:gd name="connsiteY0" fmla="*/ 1146208 h 2517808"/>
                <a:gd name="connsiteX1" fmla="*/ 0 w 3581400"/>
                <a:gd name="connsiteY1" fmla="*/ 1527208 h 2517808"/>
                <a:gd name="connsiteX2" fmla="*/ 1066799 w 3581400"/>
                <a:gd name="connsiteY2" fmla="*/ 1679608 h 2517808"/>
                <a:gd name="connsiteX3" fmla="*/ 1295399 w 3581400"/>
                <a:gd name="connsiteY3" fmla="*/ 2517808 h 2517808"/>
                <a:gd name="connsiteX4" fmla="*/ 1904999 w 3581400"/>
                <a:gd name="connsiteY4" fmla="*/ 1832008 h 2517808"/>
                <a:gd name="connsiteX5" fmla="*/ 2743200 w 3581400"/>
                <a:gd name="connsiteY5" fmla="*/ 2316480 h 2517808"/>
                <a:gd name="connsiteX6" fmla="*/ 2695875 w 3581400"/>
                <a:gd name="connsiteY6" fmla="*/ 1732547 h 2517808"/>
                <a:gd name="connsiteX7" fmla="*/ 3581400 w 3581400"/>
                <a:gd name="connsiteY7" fmla="*/ 1280160 h 2517808"/>
                <a:gd name="connsiteX8" fmla="*/ 2532246 w 3581400"/>
                <a:gd name="connsiteY8" fmla="*/ 1010652 h 2517808"/>
                <a:gd name="connsiteX9" fmla="*/ 2763252 w 3581400"/>
                <a:gd name="connsiteY9" fmla="*/ 0 h 2517808"/>
                <a:gd name="connsiteX10" fmla="*/ 1656347 w 3581400"/>
                <a:gd name="connsiteY10" fmla="*/ 818147 h 2517808"/>
                <a:gd name="connsiteX11" fmla="*/ 732322 w 3581400"/>
                <a:gd name="connsiteY11" fmla="*/ 192505 h 2517808"/>
                <a:gd name="connsiteX12" fmla="*/ 914400 w 3581400"/>
                <a:gd name="connsiteY12" fmla="*/ 1146208 h 2517808"/>
                <a:gd name="connsiteX0" fmla="*/ 914400 w 3581400"/>
                <a:gd name="connsiteY0" fmla="*/ 1146208 h 2517808"/>
                <a:gd name="connsiteX1" fmla="*/ 0 w 3581400"/>
                <a:gd name="connsiteY1" fmla="*/ 1527208 h 2517808"/>
                <a:gd name="connsiteX2" fmla="*/ 1066799 w 3581400"/>
                <a:gd name="connsiteY2" fmla="*/ 1679608 h 2517808"/>
                <a:gd name="connsiteX3" fmla="*/ 1295399 w 3581400"/>
                <a:gd name="connsiteY3" fmla="*/ 2517808 h 2517808"/>
                <a:gd name="connsiteX4" fmla="*/ 1904999 w 3581400"/>
                <a:gd name="connsiteY4" fmla="*/ 1832008 h 2517808"/>
                <a:gd name="connsiteX5" fmla="*/ 2590800 w 3581400"/>
                <a:gd name="connsiteY5" fmla="*/ 2240280 h 2517808"/>
                <a:gd name="connsiteX6" fmla="*/ 2695875 w 3581400"/>
                <a:gd name="connsiteY6" fmla="*/ 1732547 h 2517808"/>
                <a:gd name="connsiteX7" fmla="*/ 3581400 w 3581400"/>
                <a:gd name="connsiteY7" fmla="*/ 1280160 h 2517808"/>
                <a:gd name="connsiteX8" fmla="*/ 2532246 w 3581400"/>
                <a:gd name="connsiteY8" fmla="*/ 1010652 h 2517808"/>
                <a:gd name="connsiteX9" fmla="*/ 2763252 w 3581400"/>
                <a:gd name="connsiteY9" fmla="*/ 0 h 2517808"/>
                <a:gd name="connsiteX10" fmla="*/ 1656347 w 3581400"/>
                <a:gd name="connsiteY10" fmla="*/ 818147 h 2517808"/>
                <a:gd name="connsiteX11" fmla="*/ 732322 w 3581400"/>
                <a:gd name="connsiteY11" fmla="*/ 192505 h 2517808"/>
                <a:gd name="connsiteX12" fmla="*/ 914400 w 3581400"/>
                <a:gd name="connsiteY12" fmla="*/ 1146208 h 2517808"/>
                <a:gd name="connsiteX0" fmla="*/ 914400 w 3581400"/>
                <a:gd name="connsiteY0" fmla="*/ 1146208 h 2517808"/>
                <a:gd name="connsiteX1" fmla="*/ 0 w 3581400"/>
                <a:gd name="connsiteY1" fmla="*/ 1527208 h 2517808"/>
                <a:gd name="connsiteX2" fmla="*/ 1066799 w 3581400"/>
                <a:gd name="connsiteY2" fmla="*/ 1679608 h 2517808"/>
                <a:gd name="connsiteX3" fmla="*/ 1295399 w 3581400"/>
                <a:gd name="connsiteY3" fmla="*/ 2517808 h 2517808"/>
                <a:gd name="connsiteX4" fmla="*/ 1904999 w 3581400"/>
                <a:gd name="connsiteY4" fmla="*/ 1832008 h 2517808"/>
                <a:gd name="connsiteX5" fmla="*/ 2590800 w 3581400"/>
                <a:gd name="connsiteY5" fmla="*/ 2240280 h 2517808"/>
                <a:gd name="connsiteX6" fmla="*/ 2362200 w 3581400"/>
                <a:gd name="connsiteY6" fmla="*/ 1554480 h 2517808"/>
                <a:gd name="connsiteX7" fmla="*/ 3581400 w 3581400"/>
                <a:gd name="connsiteY7" fmla="*/ 1280160 h 2517808"/>
                <a:gd name="connsiteX8" fmla="*/ 2532246 w 3581400"/>
                <a:gd name="connsiteY8" fmla="*/ 1010652 h 2517808"/>
                <a:gd name="connsiteX9" fmla="*/ 2763252 w 3581400"/>
                <a:gd name="connsiteY9" fmla="*/ 0 h 2517808"/>
                <a:gd name="connsiteX10" fmla="*/ 1656347 w 3581400"/>
                <a:gd name="connsiteY10" fmla="*/ 818147 h 2517808"/>
                <a:gd name="connsiteX11" fmla="*/ 732322 w 3581400"/>
                <a:gd name="connsiteY11" fmla="*/ 192505 h 2517808"/>
                <a:gd name="connsiteX12" fmla="*/ 914400 w 3581400"/>
                <a:gd name="connsiteY12" fmla="*/ 1146208 h 2517808"/>
                <a:gd name="connsiteX0" fmla="*/ 914400 w 2971800"/>
                <a:gd name="connsiteY0" fmla="*/ 1146208 h 2517808"/>
                <a:gd name="connsiteX1" fmla="*/ 0 w 2971800"/>
                <a:gd name="connsiteY1" fmla="*/ 1527208 h 2517808"/>
                <a:gd name="connsiteX2" fmla="*/ 1066799 w 2971800"/>
                <a:gd name="connsiteY2" fmla="*/ 1679608 h 2517808"/>
                <a:gd name="connsiteX3" fmla="*/ 1295399 w 2971800"/>
                <a:gd name="connsiteY3" fmla="*/ 2517808 h 2517808"/>
                <a:gd name="connsiteX4" fmla="*/ 1904999 w 2971800"/>
                <a:gd name="connsiteY4" fmla="*/ 1832008 h 2517808"/>
                <a:gd name="connsiteX5" fmla="*/ 2590800 w 2971800"/>
                <a:gd name="connsiteY5" fmla="*/ 2240280 h 2517808"/>
                <a:gd name="connsiteX6" fmla="*/ 2362200 w 2971800"/>
                <a:gd name="connsiteY6" fmla="*/ 1554480 h 2517808"/>
                <a:gd name="connsiteX7" fmla="*/ 2971800 w 2971800"/>
                <a:gd name="connsiteY7" fmla="*/ 1097280 h 2517808"/>
                <a:gd name="connsiteX8" fmla="*/ 2532246 w 2971800"/>
                <a:gd name="connsiteY8" fmla="*/ 1010652 h 2517808"/>
                <a:gd name="connsiteX9" fmla="*/ 2763252 w 2971800"/>
                <a:gd name="connsiteY9" fmla="*/ 0 h 2517808"/>
                <a:gd name="connsiteX10" fmla="*/ 1656347 w 2971800"/>
                <a:gd name="connsiteY10" fmla="*/ 818147 h 2517808"/>
                <a:gd name="connsiteX11" fmla="*/ 732322 w 2971800"/>
                <a:gd name="connsiteY11" fmla="*/ 192505 h 2517808"/>
                <a:gd name="connsiteX12" fmla="*/ 914400 w 2971800"/>
                <a:gd name="connsiteY12" fmla="*/ 1146208 h 251780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532246 w 2971800"/>
                <a:gd name="connsiteY8" fmla="*/ 903972 h 2411128"/>
                <a:gd name="connsiteX9" fmla="*/ 2438400 w 2971800"/>
                <a:gd name="connsiteY9" fmla="*/ 0 h 2411128"/>
                <a:gd name="connsiteX10" fmla="*/ 1656347 w 2971800"/>
                <a:gd name="connsiteY10" fmla="*/ 711467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532246 w 2971800"/>
                <a:gd name="connsiteY8" fmla="*/ 903972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2860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143000 w 2971800"/>
                <a:gd name="connsiteY2" fmla="*/ 1600200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90600 w 2971800"/>
                <a:gd name="connsiteY0" fmla="*/ 990600 h 2411128"/>
                <a:gd name="connsiteX1" fmla="*/ 0 w 2971800"/>
                <a:gd name="connsiteY1" fmla="*/ 1420528 h 2411128"/>
                <a:gd name="connsiteX2" fmla="*/ 1143000 w 2971800"/>
                <a:gd name="connsiteY2" fmla="*/ 1600200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90600 w 2971800"/>
                <a:gd name="connsiteY12" fmla="*/ 990600 h 2411128"/>
                <a:gd name="connsiteX0" fmla="*/ 932848 w 2971800"/>
                <a:gd name="connsiteY0" fmla="*/ 1013059 h 2411128"/>
                <a:gd name="connsiteX1" fmla="*/ 0 w 2971800"/>
                <a:gd name="connsiteY1" fmla="*/ 1420528 h 2411128"/>
                <a:gd name="connsiteX2" fmla="*/ 1143000 w 2971800"/>
                <a:gd name="connsiteY2" fmla="*/ 1600200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32848 w 2971800"/>
                <a:gd name="connsiteY12" fmla="*/ 1013059 h 2411128"/>
                <a:gd name="connsiteX0" fmla="*/ 924025 w 2962977"/>
                <a:gd name="connsiteY0" fmla="*/ 1013059 h 2411128"/>
                <a:gd name="connsiteX1" fmla="*/ 0 w 2962977"/>
                <a:gd name="connsiteY1" fmla="*/ 1428549 h 2411128"/>
                <a:gd name="connsiteX2" fmla="*/ 1134177 w 2962977"/>
                <a:gd name="connsiteY2" fmla="*/ 1600200 h 2411128"/>
                <a:gd name="connsiteX3" fmla="*/ 1286576 w 2962977"/>
                <a:gd name="connsiteY3" fmla="*/ 2411128 h 2411128"/>
                <a:gd name="connsiteX4" fmla="*/ 1743777 w 2962977"/>
                <a:gd name="connsiteY4" fmla="*/ 1752600 h 2411128"/>
                <a:gd name="connsiteX5" fmla="*/ 2581977 w 2962977"/>
                <a:gd name="connsiteY5" fmla="*/ 2133600 h 2411128"/>
                <a:gd name="connsiteX6" fmla="*/ 2353377 w 2962977"/>
                <a:gd name="connsiteY6" fmla="*/ 1371600 h 2411128"/>
                <a:gd name="connsiteX7" fmla="*/ 2962977 w 2962977"/>
                <a:gd name="connsiteY7" fmla="*/ 990600 h 2411128"/>
                <a:gd name="connsiteX8" fmla="*/ 2200977 w 2962977"/>
                <a:gd name="connsiteY8" fmla="*/ 838200 h 2411128"/>
                <a:gd name="connsiteX9" fmla="*/ 2429577 w 2962977"/>
                <a:gd name="connsiteY9" fmla="*/ 0 h 2411128"/>
                <a:gd name="connsiteX10" fmla="*/ 1591377 w 2962977"/>
                <a:gd name="connsiteY10" fmla="*/ 685800 h 2411128"/>
                <a:gd name="connsiteX11" fmla="*/ 723499 w 2962977"/>
                <a:gd name="connsiteY11" fmla="*/ 85825 h 2411128"/>
                <a:gd name="connsiteX12" fmla="*/ 924025 w 2962977"/>
                <a:gd name="connsiteY12" fmla="*/ 1013059 h 2411128"/>
                <a:gd name="connsiteX0" fmla="*/ 886326 w 2925278"/>
                <a:gd name="connsiteY0" fmla="*/ 1013059 h 2411128"/>
                <a:gd name="connsiteX1" fmla="*/ 0 w 2925278"/>
                <a:gd name="connsiteY1" fmla="*/ 1436570 h 2411128"/>
                <a:gd name="connsiteX2" fmla="*/ 1096478 w 2925278"/>
                <a:gd name="connsiteY2" fmla="*/ 1600200 h 2411128"/>
                <a:gd name="connsiteX3" fmla="*/ 1248877 w 2925278"/>
                <a:gd name="connsiteY3" fmla="*/ 2411128 h 2411128"/>
                <a:gd name="connsiteX4" fmla="*/ 1706078 w 2925278"/>
                <a:gd name="connsiteY4" fmla="*/ 1752600 h 2411128"/>
                <a:gd name="connsiteX5" fmla="*/ 2544278 w 2925278"/>
                <a:gd name="connsiteY5" fmla="*/ 2133600 h 2411128"/>
                <a:gd name="connsiteX6" fmla="*/ 2315678 w 2925278"/>
                <a:gd name="connsiteY6" fmla="*/ 1371600 h 2411128"/>
                <a:gd name="connsiteX7" fmla="*/ 2925278 w 2925278"/>
                <a:gd name="connsiteY7" fmla="*/ 990600 h 2411128"/>
                <a:gd name="connsiteX8" fmla="*/ 2163278 w 2925278"/>
                <a:gd name="connsiteY8" fmla="*/ 838200 h 2411128"/>
                <a:gd name="connsiteX9" fmla="*/ 2391878 w 2925278"/>
                <a:gd name="connsiteY9" fmla="*/ 0 h 2411128"/>
                <a:gd name="connsiteX10" fmla="*/ 1553678 w 2925278"/>
                <a:gd name="connsiteY10" fmla="*/ 685800 h 2411128"/>
                <a:gd name="connsiteX11" fmla="*/ 685800 w 2925278"/>
                <a:gd name="connsiteY11" fmla="*/ 85825 h 2411128"/>
                <a:gd name="connsiteX12" fmla="*/ 886326 w 2925278"/>
                <a:gd name="connsiteY12" fmla="*/ 1013059 h 2411128"/>
                <a:gd name="connsiteX0" fmla="*/ 886326 w 2925278"/>
                <a:gd name="connsiteY0" fmla="*/ 1013059 h 2411128"/>
                <a:gd name="connsiteX1" fmla="*/ 0 w 2925278"/>
                <a:gd name="connsiteY1" fmla="*/ 1436570 h 2411128"/>
                <a:gd name="connsiteX2" fmla="*/ 1096478 w 2925278"/>
                <a:gd name="connsiteY2" fmla="*/ 1600200 h 2411128"/>
                <a:gd name="connsiteX3" fmla="*/ 1248877 w 2925278"/>
                <a:gd name="connsiteY3" fmla="*/ 2411128 h 2411128"/>
                <a:gd name="connsiteX4" fmla="*/ 1706078 w 2925278"/>
                <a:gd name="connsiteY4" fmla="*/ 1752600 h 2411128"/>
                <a:gd name="connsiteX5" fmla="*/ 2544278 w 2925278"/>
                <a:gd name="connsiteY5" fmla="*/ 2133600 h 2411128"/>
                <a:gd name="connsiteX6" fmla="*/ 2315678 w 2925278"/>
                <a:gd name="connsiteY6" fmla="*/ 1371600 h 2411128"/>
                <a:gd name="connsiteX7" fmla="*/ 2925278 w 2925278"/>
                <a:gd name="connsiteY7" fmla="*/ 990600 h 2411128"/>
                <a:gd name="connsiteX8" fmla="*/ 2163278 w 2925278"/>
                <a:gd name="connsiteY8" fmla="*/ 838200 h 2411128"/>
                <a:gd name="connsiteX9" fmla="*/ 2391878 w 2925278"/>
                <a:gd name="connsiteY9" fmla="*/ 0 h 2411128"/>
                <a:gd name="connsiteX10" fmla="*/ 1553678 w 2925278"/>
                <a:gd name="connsiteY10" fmla="*/ 685800 h 2411128"/>
                <a:gd name="connsiteX11" fmla="*/ 702644 w 2925278"/>
                <a:gd name="connsiteY11" fmla="*/ 118711 h 2411128"/>
                <a:gd name="connsiteX12" fmla="*/ 886326 w 2925278"/>
                <a:gd name="connsiteY12" fmla="*/ 1013059 h 2411128"/>
                <a:gd name="connsiteX0" fmla="*/ 886326 w 2925278"/>
                <a:gd name="connsiteY0" fmla="*/ 1013059 h 2411128"/>
                <a:gd name="connsiteX1" fmla="*/ 0 w 2925278"/>
                <a:gd name="connsiteY1" fmla="*/ 1436570 h 2411128"/>
                <a:gd name="connsiteX2" fmla="*/ 1096478 w 2925278"/>
                <a:gd name="connsiteY2" fmla="*/ 1600200 h 2411128"/>
                <a:gd name="connsiteX3" fmla="*/ 1248877 w 2925278"/>
                <a:gd name="connsiteY3" fmla="*/ 2411128 h 2411128"/>
                <a:gd name="connsiteX4" fmla="*/ 1706078 w 2925278"/>
                <a:gd name="connsiteY4" fmla="*/ 1752600 h 2411128"/>
                <a:gd name="connsiteX5" fmla="*/ 2544278 w 2925278"/>
                <a:gd name="connsiteY5" fmla="*/ 2133600 h 2411128"/>
                <a:gd name="connsiteX6" fmla="*/ 2315678 w 2925278"/>
                <a:gd name="connsiteY6" fmla="*/ 1371600 h 2411128"/>
                <a:gd name="connsiteX7" fmla="*/ 2925278 w 2925278"/>
                <a:gd name="connsiteY7" fmla="*/ 990600 h 2411128"/>
                <a:gd name="connsiteX8" fmla="*/ 2163278 w 2925278"/>
                <a:gd name="connsiteY8" fmla="*/ 838200 h 2411128"/>
                <a:gd name="connsiteX9" fmla="*/ 2391878 w 2925278"/>
                <a:gd name="connsiteY9" fmla="*/ 0 h 2411128"/>
                <a:gd name="connsiteX10" fmla="*/ 1495926 w 2925278"/>
                <a:gd name="connsiteY10" fmla="*/ 637674 h 2411128"/>
                <a:gd name="connsiteX11" fmla="*/ 702644 w 2925278"/>
                <a:gd name="connsiteY11" fmla="*/ 118711 h 2411128"/>
                <a:gd name="connsiteX12" fmla="*/ 886326 w 2925278"/>
                <a:gd name="connsiteY12" fmla="*/ 1013059 h 2411128"/>
                <a:gd name="connsiteX0" fmla="*/ 886326 w 2925278"/>
                <a:gd name="connsiteY0" fmla="*/ 1061185 h 2459254"/>
                <a:gd name="connsiteX1" fmla="*/ 0 w 2925278"/>
                <a:gd name="connsiteY1" fmla="*/ 1484696 h 2459254"/>
                <a:gd name="connsiteX2" fmla="*/ 1096478 w 2925278"/>
                <a:gd name="connsiteY2" fmla="*/ 1648326 h 2459254"/>
                <a:gd name="connsiteX3" fmla="*/ 1248877 w 2925278"/>
                <a:gd name="connsiteY3" fmla="*/ 2459254 h 2459254"/>
                <a:gd name="connsiteX4" fmla="*/ 1706078 w 2925278"/>
                <a:gd name="connsiteY4" fmla="*/ 1800726 h 2459254"/>
                <a:gd name="connsiteX5" fmla="*/ 2544278 w 2925278"/>
                <a:gd name="connsiteY5" fmla="*/ 2181726 h 2459254"/>
                <a:gd name="connsiteX6" fmla="*/ 2315678 w 2925278"/>
                <a:gd name="connsiteY6" fmla="*/ 1419726 h 2459254"/>
                <a:gd name="connsiteX7" fmla="*/ 2925278 w 2925278"/>
                <a:gd name="connsiteY7" fmla="*/ 1038726 h 2459254"/>
                <a:gd name="connsiteX8" fmla="*/ 2163278 w 2925278"/>
                <a:gd name="connsiteY8" fmla="*/ 886326 h 2459254"/>
                <a:gd name="connsiteX9" fmla="*/ 2391878 w 2925278"/>
                <a:gd name="connsiteY9" fmla="*/ 0 h 2459254"/>
                <a:gd name="connsiteX10" fmla="*/ 1495926 w 2925278"/>
                <a:gd name="connsiteY10" fmla="*/ 685800 h 2459254"/>
                <a:gd name="connsiteX11" fmla="*/ 702644 w 2925278"/>
                <a:gd name="connsiteY11" fmla="*/ 166837 h 2459254"/>
                <a:gd name="connsiteX12" fmla="*/ 886326 w 2925278"/>
                <a:gd name="connsiteY12" fmla="*/ 1061185 h 2459254"/>
                <a:gd name="connsiteX0" fmla="*/ 886326 w 2925278"/>
                <a:gd name="connsiteY0" fmla="*/ 1061185 h 2459254"/>
                <a:gd name="connsiteX1" fmla="*/ 0 w 2925278"/>
                <a:gd name="connsiteY1" fmla="*/ 1484696 h 2459254"/>
                <a:gd name="connsiteX2" fmla="*/ 1096478 w 2925278"/>
                <a:gd name="connsiteY2" fmla="*/ 1648326 h 2459254"/>
                <a:gd name="connsiteX3" fmla="*/ 1248877 w 2925278"/>
                <a:gd name="connsiteY3" fmla="*/ 2459254 h 2459254"/>
                <a:gd name="connsiteX4" fmla="*/ 1706078 w 2925278"/>
                <a:gd name="connsiteY4" fmla="*/ 1800726 h 2459254"/>
                <a:gd name="connsiteX5" fmla="*/ 2544278 w 2925278"/>
                <a:gd name="connsiteY5" fmla="*/ 2181726 h 2459254"/>
                <a:gd name="connsiteX6" fmla="*/ 2315678 w 2925278"/>
                <a:gd name="connsiteY6" fmla="*/ 1419726 h 2459254"/>
                <a:gd name="connsiteX7" fmla="*/ 2925278 w 2925278"/>
                <a:gd name="connsiteY7" fmla="*/ 1038726 h 2459254"/>
                <a:gd name="connsiteX8" fmla="*/ 2221029 w 2925278"/>
                <a:gd name="connsiteY8" fmla="*/ 847825 h 2459254"/>
                <a:gd name="connsiteX9" fmla="*/ 2391878 w 2925278"/>
                <a:gd name="connsiteY9" fmla="*/ 0 h 2459254"/>
                <a:gd name="connsiteX10" fmla="*/ 1495926 w 2925278"/>
                <a:gd name="connsiteY10" fmla="*/ 685800 h 2459254"/>
                <a:gd name="connsiteX11" fmla="*/ 702644 w 2925278"/>
                <a:gd name="connsiteY11" fmla="*/ 166837 h 2459254"/>
                <a:gd name="connsiteX12" fmla="*/ 886326 w 2925278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06078 w 3040781"/>
                <a:gd name="connsiteY4" fmla="*/ 1800726 h 2459254"/>
                <a:gd name="connsiteX5" fmla="*/ 2544278 w 3040781"/>
                <a:gd name="connsiteY5" fmla="*/ 2181726 h 2459254"/>
                <a:gd name="connsiteX6" fmla="*/ 2315678 w 3040781"/>
                <a:gd name="connsiteY6" fmla="*/ 1419726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06078 w 3040781"/>
                <a:gd name="connsiteY4" fmla="*/ 1800726 h 2459254"/>
                <a:gd name="connsiteX5" fmla="*/ 2544278 w 3040781"/>
                <a:gd name="connsiteY5" fmla="*/ 2210602 h 2459254"/>
                <a:gd name="connsiteX6" fmla="*/ 2315678 w 3040781"/>
                <a:gd name="connsiteY6" fmla="*/ 1419726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06078 w 3040781"/>
                <a:gd name="connsiteY4" fmla="*/ 1800726 h 2459254"/>
                <a:gd name="connsiteX5" fmla="*/ 2544278 w 3040781"/>
                <a:gd name="connsiteY5" fmla="*/ 2210602 h 2459254"/>
                <a:gd name="connsiteX6" fmla="*/ 2354179 w 3040781"/>
                <a:gd name="connsiteY6" fmla="*/ 1410101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25328 w 3040781"/>
                <a:gd name="connsiteY4" fmla="*/ 1839227 h 2459254"/>
                <a:gd name="connsiteX5" fmla="*/ 2544278 w 3040781"/>
                <a:gd name="connsiteY5" fmla="*/ 2210602 h 2459254"/>
                <a:gd name="connsiteX6" fmla="*/ 2354179 w 3040781"/>
                <a:gd name="connsiteY6" fmla="*/ 1410101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555506"/>
                <a:gd name="connsiteX1" fmla="*/ 0 w 3040781"/>
                <a:gd name="connsiteY1" fmla="*/ 1484696 h 2555506"/>
                <a:gd name="connsiteX2" fmla="*/ 1096478 w 3040781"/>
                <a:gd name="connsiteY2" fmla="*/ 1648326 h 2555506"/>
                <a:gd name="connsiteX3" fmla="*/ 1258502 w 3040781"/>
                <a:gd name="connsiteY3" fmla="*/ 2555506 h 2555506"/>
                <a:gd name="connsiteX4" fmla="*/ 1725328 w 3040781"/>
                <a:gd name="connsiteY4" fmla="*/ 1839227 h 2555506"/>
                <a:gd name="connsiteX5" fmla="*/ 2544278 w 3040781"/>
                <a:gd name="connsiteY5" fmla="*/ 2210602 h 2555506"/>
                <a:gd name="connsiteX6" fmla="*/ 2354179 w 3040781"/>
                <a:gd name="connsiteY6" fmla="*/ 1410101 h 2555506"/>
                <a:gd name="connsiteX7" fmla="*/ 3040781 w 3040781"/>
                <a:gd name="connsiteY7" fmla="*/ 1057976 h 2555506"/>
                <a:gd name="connsiteX8" fmla="*/ 2221029 w 3040781"/>
                <a:gd name="connsiteY8" fmla="*/ 847825 h 2555506"/>
                <a:gd name="connsiteX9" fmla="*/ 2391878 w 3040781"/>
                <a:gd name="connsiteY9" fmla="*/ 0 h 2555506"/>
                <a:gd name="connsiteX10" fmla="*/ 1495926 w 3040781"/>
                <a:gd name="connsiteY10" fmla="*/ 685800 h 2555506"/>
                <a:gd name="connsiteX11" fmla="*/ 702644 w 3040781"/>
                <a:gd name="connsiteY11" fmla="*/ 166837 h 2555506"/>
                <a:gd name="connsiteX12" fmla="*/ 886326 w 3040781"/>
                <a:gd name="connsiteY12" fmla="*/ 1061185 h 2555506"/>
                <a:gd name="connsiteX0" fmla="*/ 953702 w 3108157"/>
                <a:gd name="connsiteY0" fmla="*/ 1061185 h 2555506"/>
                <a:gd name="connsiteX1" fmla="*/ 0 w 3108157"/>
                <a:gd name="connsiteY1" fmla="*/ 1513572 h 2555506"/>
                <a:gd name="connsiteX2" fmla="*/ 1163854 w 3108157"/>
                <a:gd name="connsiteY2" fmla="*/ 1648326 h 2555506"/>
                <a:gd name="connsiteX3" fmla="*/ 1325878 w 3108157"/>
                <a:gd name="connsiteY3" fmla="*/ 2555506 h 2555506"/>
                <a:gd name="connsiteX4" fmla="*/ 1792704 w 3108157"/>
                <a:gd name="connsiteY4" fmla="*/ 1839227 h 2555506"/>
                <a:gd name="connsiteX5" fmla="*/ 2611654 w 3108157"/>
                <a:gd name="connsiteY5" fmla="*/ 2210602 h 2555506"/>
                <a:gd name="connsiteX6" fmla="*/ 2421555 w 3108157"/>
                <a:gd name="connsiteY6" fmla="*/ 1410101 h 2555506"/>
                <a:gd name="connsiteX7" fmla="*/ 3108157 w 3108157"/>
                <a:gd name="connsiteY7" fmla="*/ 1057976 h 2555506"/>
                <a:gd name="connsiteX8" fmla="*/ 2288405 w 3108157"/>
                <a:gd name="connsiteY8" fmla="*/ 847825 h 2555506"/>
                <a:gd name="connsiteX9" fmla="*/ 2459254 w 3108157"/>
                <a:gd name="connsiteY9" fmla="*/ 0 h 2555506"/>
                <a:gd name="connsiteX10" fmla="*/ 1563302 w 3108157"/>
                <a:gd name="connsiteY10" fmla="*/ 685800 h 2555506"/>
                <a:gd name="connsiteX11" fmla="*/ 770020 w 3108157"/>
                <a:gd name="connsiteY11" fmla="*/ 166837 h 2555506"/>
                <a:gd name="connsiteX12" fmla="*/ 953702 w 3108157"/>
                <a:gd name="connsiteY12" fmla="*/ 1061185 h 2555506"/>
                <a:gd name="connsiteX0" fmla="*/ 972953 w 3108157"/>
                <a:gd name="connsiteY0" fmla="*/ 1090061 h 2555506"/>
                <a:gd name="connsiteX1" fmla="*/ 0 w 3108157"/>
                <a:gd name="connsiteY1" fmla="*/ 1513572 h 2555506"/>
                <a:gd name="connsiteX2" fmla="*/ 1163854 w 3108157"/>
                <a:gd name="connsiteY2" fmla="*/ 1648326 h 2555506"/>
                <a:gd name="connsiteX3" fmla="*/ 1325878 w 3108157"/>
                <a:gd name="connsiteY3" fmla="*/ 2555506 h 2555506"/>
                <a:gd name="connsiteX4" fmla="*/ 1792704 w 3108157"/>
                <a:gd name="connsiteY4" fmla="*/ 1839227 h 2555506"/>
                <a:gd name="connsiteX5" fmla="*/ 2611654 w 3108157"/>
                <a:gd name="connsiteY5" fmla="*/ 2210602 h 2555506"/>
                <a:gd name="connsiteX6" fmla="*/ 2421555 w 3108157"/>
                <a:gd name="connsiteY6" fmla="*/ 1410101 h 2555506"/>
                <a:gd name="connsiteX7" fmla="*/ 3108157 w 3108157"/>
                <a:gd name="connsiteY7" fmla="*/ 1057976 h 2555506"/>
                <a:gd name="connsiteX8" fmla="*/ 2288405 w 3108157"/>
                <a:gd name="connsiteY8" fmla="*/ 847825 h 2555506"/>
                <a:gd name="connsiteX9" fmla="*/ 2459254 w 3108157"/>
                <a:gd name="connsiteY9" fmla="*/ 0 h 2555506"/>
                <a:gd name="connsiteX10" fmla="*/ 1563302 w 3108157"/>
                <a:gd name="connsiteY10" fmla="*/ 685800 h 2555506"/>
                <a:gd name="connsiteX11" fmla="*/ 770020 w 3108157"/>
                <a:gd name="connsiteY11" fmla="*/ 166837 h 2555506"/>
                <a:gd name="connsiteX12" fmla="*/ 972953 w 3108157"/>
                <a:gd name="connsiteY12" fmla="*/ 1090061 h 2555506"/>
                <a:gd name="connsiteX0" fmla="*/ 972953 w 3108157"/>
                <a:gd name="connsiteY0" fmla="*/ 1090061 h 2555506"/>
                <a:gd name="connsiteX1" fmla="*/ 0 w 3108157"/>
                <a:gd name="connsiteY1" fmla="*/ 1513572 h 2555506"/>
                <a:gd name="connsiteX2" fmla="*/ 1163854 w 3108157"/>
                <a:gd name="connsiteY2" fmla="*/ 1648326 h 2555506"/>
                <a:gd name="connsiteX3" fmla="*/ 1325878 w 3108157"/>
                <a:gd name="connsiteY3" fmla="*/ 2555506 h 2555506"/>
                <a:gd name="connsiteX4" fmla="*/ 1792704 w 3108157"/>
                <a:gd name="connsiteY4" fmla="*/ 1839227 h 2555506"/>
                <a:gd name="connsiteX5" fmla="*/ 2723749 w 3108157"/>
                <a:gd name="connsiteY5" fmla="*/ 2274516 h 2555506"/>
                <a:gd name="connsiteX6" fmla="*/ 2421555 w 3108157"/>
                <a:gd name="connsiteY6" fmla="*/ 1410101 h 2555506"/>
                <a:gd name="connsiteX7" fmla="*/ 3108157 w 3108157"/>
                <a:gd name="connsiteY7" fmla="*/ 1057976 h 2555506"/>
                <a:gd name="connsiteX8" fmla="*/ 2288405 w 3108157"/>
                <a:gd name="connsiteY8" fmla="*/ 847825 h 2555506"/>
                <a:gd name="connsiteX9" fmla="*/ 2459254 w 3108157"/>
                <a:gd name="connsiteY9" fmla="*/ 0 h 2555506"/>
                <a:gd name="connsiteX10" fmla="*/ 1563302 w 3108157"/>
                <a:gd name="connsiteY10" fmla="*/ 685800 h 2555506"/>
                <a:gd name="connsiteX11" fmla="*/ 770020 w 3108157"/>
                <a:gd name="connsiteY11" fmla="*/ 166837 h 2555506"/>
                <a:gd name="connsiteX12" fmla="*/ 972953 w 3108157"/>
                <a:gd name="connsiteY12" fmla="*/ 1090061 h 2555506"/>
                <a:gd name="connsiteX0" fmla="*/ 972953 w 3108157"/>
                <a:gd name="connsiteY0" fmla="*/ 1090061 h 2555506"/>
                <a:gd name="connsiteX1" fmla="*/ 0 w 3108157"/>
                <a:gd name="connsiteY1" fmla="*/ 1513572 h 2555506"/>
                <a:gd name="connsiteX2" fmla="*/ 1163854 w 3108157"/>
                <a:gd name="connsiteY2" fmla="*/ 1648326 h 2555506"/>
                <a:gd name="connsiteX3" fmla="*/ 1325878 w 3108157"/>
                <a:gd name="connsiteY3" fmla="*/ 2555506 h 2555506"/>
                <a:gd name="connsiteX4" fmla="*/ 1792704 w 3108157"/>
                <a:gd name="connsiteY4" fmla="*/ 1839227 h 2555506"/>
                <a:gd name="connsiteX5" fmla="*/ 2723749 w 3108157"/>
                <a:gd name="connsiteY5" fmla="*/ 2274516 h 2555506"/>
                <a:gd name="connsiteX6" fmla="*/ 2492350 w 3108157"/>
                <a:gd name="connsiteY6" fmla="*/ 1410101 h 2555506"/>
                <a:gd name="connsiteX7" fmla="*/ 3108157 w 3108157"/>
                <a:gd name="connsiteY7" fmla="*/ 1057976 h 2555506"/>
                <a:gd name="connsiteX8" fmla="*/ 2288405 w 3108157"/>
                <a:gd name="connsiteY8" fmla="*/ 847825 h 2555506"/>
                <a:gd name="connsiteX9" fmla="*/ 2459254 w 3108157"/>
                <a:gd name="connsiteY9" fmla="*/ 0 h 2555506"/>
                <a:gd name="connsiteX10" fmla="*/ 1563302 w 3108157"/>
                <a:gd name="connsiteY10" fmla="*/ 685800 h 2555506"/>
                <a:gd name="connsiteX11" fmla="*/ 770020 w 3108157"/>
                <a:gd name="connsiteY11" fmla="*/ 166837 h 2555506"/>
                <a:gd name="connsiteX12" fmla="*/ 972953 w 3108157"/>
                <a:gd name="connsiteY12" fmla="*/ 1090061 h 2555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08157" h="2555506">
                  <a:moveTo>
                    <a:pt x="972953" y="1090061"/>
                  </a:moveTo>
                  <a:lnTo>
                    <a:pt x="0" y="1513572"/>
                  </a:lnTo>
                  <a:lnTo>
                    <a:pt x="1163854" y="1648326"/>
                  </a:lnTo>
                  <a:lnTo>
                    <a:pt x="1325878" y="2555506"/>
                  </a:lnTo>
                  <a:lnTo>
                    <a:pt x="1792704" y="1839227"/>
                  </a:lnTo>
                  <a:lnTo>
                    <a:pt x="2723749" y="2274516"/>
                  </a:lnTo>
                  <a:lnTo>
                    <a:pt x="2492350" y="1410101"/>
                  </a:lnTo>
                  <a:lnTo>
                    <a:pt x="3108157" y="1057976"/>
                  </a:lnTo>
                  <a:lnTo>
                    <a:pt x="2288405" y="847825"/>
                  </a:lnTo>
                  <a:lnTo>
                    <a:pt x="2459254" y="0"/>
                  </a:lnTo>
                  <a:lnTo>
                    <a:pt x="1563302" y="685800"/>
                  </a:lnTo>
                  <a:lnTo>
                    <a:pt x="770020" y="166837"/>
                  </a:lnTo>
                  <a:lnTo>
                    <a:pt x="972953" y="109006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43000">
                  <a:srgbClr val="FFFF00"/>
                </a:gs>
                <a:gs pos="100000">
                  <a:srgbClr val="FF0000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87" name="Group 52"/>
          <p:cNvGrpSpPr/>
          <p:nvPr/>
        </p:nvGrpSpPr>
        <p:grpSpPr>
          <a:xfrm>
            <a:off x="6477000" y="5168465"/>
            <a:ext cx="1339389" cy="1066800"/>
            <a:chOff x="433136" y="3581400"/>
            <a:chExt cx="3830855" cy="3051208"/>
          </a:xfrm>
        </p:grpSpPr>
        <p:sp>
          <p:nvSpPr>
            <p:cNvPr id="100" name="Freeform 199"/>
            <p:cNvSpPr/>
            <p:nvPr/>
          </p:nvSpPr>
          <p:spPr bwMode="auto">
            <a:xfrm>
              <a:off x="433136" y="3581400"/>
              <a:ext cx="3830855" cy="3051208"/>
            </a:xfrm>
            <a:custGeom>
              <a:avLst/>
              <a:gdLst>
                <a:gd name="connsiteX0" fmla="*/ 1549667 w 3830855"/>
                <a:gd name="connsiteY0" fmla="*/ 1135781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232034 w 3830855"/>
                <a:gd name="connsiteY12" fmla="*/ 1280160 h 3051208"/>
                <a:gd name="connsiteX13" fmla="*/ 1549667 w 3830855"/>
                <a:gd name="connsiteY13" fmla="*/ 1135781 h 3051208"/>
                <a:gd name="connsiteX0" fmla="*/ 1232034 w 3830855"/>
                <a:gd name="connsiteY0" fmla="*/ 1280160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232034 w 3830855"/>
                <a:gd name="connsiteY12" fmla="*/ 1280160 h 3051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30855" h="3051208">
                  <a:moveTo>
                    <a:pt x="1232034" y="1280160"/>
                  </a:moveTo>
                  <a:lnTo>
                    <a:pt x="0" y="1828800"/>
                  </a:lnTo>
                  <a:lnTo>
                    <a:pt x="1434164" y="2002054"/>
                  </a:lnTo>
                  <a:lnTo>
                    <a:pt x="1674796" y="3051208"/>
                  </a:lnTo>
                  <a:lnTo>
                    <a:pt x="2213810" y="2233061"/>
                  </a:lnTo>
                  <a:lnTo>
                    <a:pt x="3147461" y="2637322"/>
                  </a:lnTo>
                  <a:lnTo>
                    <a:pt x="2945330" y="1732547"/>
                  </a:lnTo>
                  <a:lnTo>
                    <a:pt x="3830855" y="1280160"/>
                  </a:lnTo>
                  <a:lnTo>
                    <a:pt x="2781701" y="1010652"/>
                  </a:lnTo>
                  <a:lnTo>
                    <a:pt x="3012707" y="0"/>
                  </a:lnTo>
                  <a:lnTo>
                    <a:pt x="1905802" y="818147"/>
                  </a:lnTo>
                  <a:lnTo>
                    <a:pt x="981777" y="192505"/>
                  </a:lnTo>
                  <a:lnTo>
                    <a:pt x="1232034" y="1280160"/>
                  </a:lnTo>
                  <a:close/>
                </a:path>
              </a:pathLst>
            </a:cu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01" name="Freeform 200"/>
            <p:cNvSpPr/>
            <p:nvPr/>
          </p:nvSpPr>
          <p:spPr bwMode="auto">
            <a:xfrm>
              <a:off x="817347" y="3838074"/>
              <a:ext cx="3108157" cy="2555506"/>
            </a:xfrm>
            <a:custGeom>
              <a:avLst/>
              <a:gdLst>
                <a:gd name="connsiteX0" fmla="*/ 1549667 w 3830855"/>
                <a:gd name="connsiteY0" fmla="*/ 1135781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232034 w 3830855"/>
                <a:gd name="connsiteY12" fmla="*/ 1280160 h 3051208"/>
                <a:gd name="connsiteX13" fmla="*/ 1549667 w 3830855"/>
                <a:gd name="connsiteY13" fmla="*/ 1135781 h 3051208"/>
                <a:gd name="connsiteX0" fmla="*/ 1232034 w 3830855"/>
                <a:gd name="connsiteY0" fmla="*/ 1280160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232034 w 3830855"/>
                <a:gd name="connsiteY12" fmla="*/ 1280160 h 3051208"/>
                <a:gd name="connsiteX0" fmla="*/ 1163855 w 3830855"/>
                <a:gd name="connsiteY0" fmla="*/ 1146208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163855 w 3830855"/>
                <a:gd name="connsiteY12" fmla="*/ 1146208 h 3051208"/>
                <a:gd name="connsiteX0" fmla="*/ 914400 w 3581400"/>
                <a:gd name="connsiteY0" fmla="*/ 1146208 h 3051208"/>
                <a:gd name="connsiteX1" fmla="*/ 0 w 3581400"/>
                <a:gd name="connsiteY1" fmla="*/ 1527208 h 3051208"/>
                <a:gd name="connsiteX2" fmla="*/ 1184709 w 3581400"/>
                <a:gd name="connsiteY2" fmla="*/ 2002054 h 3051208"/>
                <a:gd name="connsiteX3" fmla="*/ 1425341 w 3581400"/>
                <a:gd name="connsiteY3" fmla="*/ 3051208 h 3051208"/>
                <a:gd name="connsiteX4" fmla="*/ 1964355 w 3581400"/>
                <a:gd name="connsiteY4" fmla="*/ 2233061 h 3051208"/>
                <a:gd name="connsiteX5" fmla="*/ 2898006 w 3581400"/>
                <a:gd name="connsiteY5" fmla="*/ 2637322 h 3051208"/>
                <a:gd name="connsiteX6" fmla="*/ 2695875 w 3581400"/>
                <a:gd name="connsiteY6" fmla="*/ 1732547 h 3051208"/>
                <a:gd name="connsiteX7" fmla="*/ 3581400 w 3581400"/>
                <a:gd name="connsiteY7" fmla="*/ 1280160 h 3051208"/>
                <a:gd name="connsiteX8" fmla="*/ 2532246 w 3581400"/>
                <a:gd name="connsiteY8" fmla="*/ 1010652 h 3051208"/>
                <a:gd name="connsiteX9" fmla="*/ 2763252 w 3581400"/>
                <a:gd name="connsiteY9" fmla="*/ 0 h 3051208"/>
                <a:gd name="connsiteX10" fmla="*/ 1656347 w 3581400"/>
                <a:gd name="connsiteY10" fmla="*/ 818147 h 3051208"/>
                <a:gd name="connsiteX11" fmla="*/ 732322 w 3581400"/>
                <a:gd name="connsiteY11" fmla="*/ 192505 h 3051208"/>
                <a:gd name="connsiteX12" fmla="*/ 914400 w 3581400"/>
                <a:gd name="connsiteY12" fmla="*/ 1146208 h 3051208"/>
                <a:gd name="connsiteX0" fmla="*/ 914400 w 3581400"/>
                <a:gd name="connsiteY0" fmla="*/ 1146208 h 3051208"/>
                <a:gd name="connsiteX1" fmla="*/ 0 w 3581400"/>
                <a:gd name="connsiteY1" fmla="*/ 1527208 h 3051208"/>
                <a:gd name="connsiteX2" fmla="*/ 1066799 w 3581400"/>
                <a:gd name="connsiteY2" fmla="*/ 1679608 h 3051208"/>
                <a:gd name="connsiteX3" fmla="*/ 1425341 w 3581400"/>
                <a:gd name="connsiteY3" fmla="*/ 3051208 h 3051208"/>
                <a:gd name="connsiteX4" fmla="*/ 1964355 w 3581400"/>
                <a:gd name="connsiteY4" fmla="*/ 2233061 h 3051208"/>
                <a:gd name="connsiteX5" fmla="*/ 2898006 w 3581400"/>
                <a:gd name="connsiteY5" fmla="*/ 2637322 h 3051208"/>
                <a:gd name="connsiteX6" fmla="*/ 2695875 w 3581400"/>
                <a:gd name="connsiteY6" fmla="*/ 1732547 h 3051208"/>
                <a:gd name="connsiteX7" fmla="*/ 3581400 w 3581400"/>
                <a:gd name="connsiteY7" fmla="*/ 1280160 h 3051208"/>
                <a:gd name="connsiteX8" fmla="*/ 2532246 w 3581400"/>
                <a:gd name="connsiteY8" fmla="*/ 1010652 h 3051208"/>
                <a:gd name="connsiteX9" fmla="*/ 2763252 w 3581400"/>
                <a:gd name="connsiteY9" fmla="*/ 0 h 3051208"/>
                <a:gd name="connsiteX10" fmla="*/ 1656347 w 3581400"/>
                <a:gd name="connsiteY10" fmla="*/ 818147 h 3051208"/>
                <a:gd name="connsiteX11" fmla="*/ 732322 w 3581400"/>
                <a:gd name="connsiteY11" fmla="*/ 192505 h 3051208"/>
                <a:gd name="connsiteX12" fmla="*/ 914400 w 3581400"/>
                <a:gd name="connsiteY12" fmla="*/ 1146208 h 3051208"/>
                <a:gd name="connsiteX0" fmla="*/ 914400 w 3581400"/>
                <a:gd name="connsiteY0" fmla="*/ 1146208 h 2637322"/>
                <a:gd name="connsiteX1" fmla="*/ 0 w 3581400"/>
                <a:gd name="connsiteY1" fmla="*/ 1527208 h 2637322"/>
                <a:gd name="connsiteX2" fmla="*/ 1066799 w 3581400"/>
                <a:gd name="connsiteY2" fmla="*/ 1679608 h 2637322"/>
                <a:gd name="connsiteX3" fmla="*/ 1295399 w 3581400"/>
                <a:gd name="connsiteY3" fmla="*/ 2517808 h 2637322"/>
                <a:gd name="connsiteX4" fmla="*/ 1964355 w 3581400"/>
                <a:gd name="connsiteY4" fmla="*/ 2233061 h 2637322"/>
                <a:gd name="connsiteX5" fmla="*/ 2898006 w 3581400"/>
                <a:gd name="connsiteY5" fmla="*/ 2637322 h 2637322"/>
                <a:gd name="connsiteX6" fmla="*/ 2695875 w 3581400"/>
                <a:gd name="connsiteY6" fmla="*/ 1732547 h 2637322"/>
                <a:gd name="connsiteX7" fmla="*/ 3581400 w 3581400"/>
                <a:gd name="connsiteY7" fmla="*/ 1280160 h 2637322"/>
                <a:gd name="connsiteX8" fmla="*/ 2532246 w 3581400"/>
                <a:gd name="connsiteY8" fmla="*/ 1010652 h 2637322"/>
                <a:gd name="connsiteX9" fmla="*/ 2763252 w 3581400"/>
                <a:gd name="connsiteY9" fmla="*/ 0 h 2637322"/>
                <a:gd name="connsiteX10" fmla="*/ 1656347 w 3581400"/>
                <a:gd name="connsiteY10" fmla="*/ 818147 h 2637322"/>
                <a:gd name="connsiteX11" fmla="*/ 732322 w 3581400"/>
                <a:gd name="connsiteY11" fmla="*/ 192505 h 2637322"/>
                <a:gd name="connsiteX12" fmla="*/ 914400 w 3581400"/>
                <a:gd name="connsiteY12" fmla="*/ 1146208 h 2637322"/>
                <a:gd name="connsiteX0" fmla="*/ 914400 w 3581400"/>
                <a:gd name="connsiteY0" fmla="*/ 1146208 h 2637322"/>
                <a:gd name="connsiteX1" fmla="*/ 0 w 3581400"/>
                <a:gd name="connsiteY1" fmla="*/ 1527208 h 2637322"/>
                <a:gd name="connsiteX2" fmla="*/ 1066799 w 3581400"/>
                <a:gd name="connsiteY2" fmla="*/ 1679608 h 2637322"/>
                <a:gd name="connsiteX3" fmla="*/ 1295399 w 3581400"/>
                <a:gd name="connsiteY3" fmla="*/ 2517808 h 2637322"/>
                <a:gd name="connsiteX4" fmla="*/ 1904999 w 3581400"/>
                <a:gd name="connsiteY4" fmla="*/ 1984408 h 2637322"/>
                <a:gd name="connsiteX5" fmla="*/ 2898006 w 3581400"/>
                <a:gd name="connsiteY5" fmla="*/ 2637322 h 2637322"/>
                <a:gd name="connsiteX6" fmla="*/ 2695875 w 3581400"/>
                <a:gd name="connsiteY6" fmla="*/ 1732547 h 2637322"/>
                <a:gd name="connsiteX7" fmla="*/ 3581400 w 3581400"/>
                <a:gd name="connsiteY7" fmla="*/ 1280160 h 2637322"/>
                <a:gd name="connsiteX8" fmla="*/ 2532246 w 3581400"/>
                <a:gd name="connsiteY8" fmla="*/ 1010652 h 2637322"/>
                <a:gd name="connsiteX9" fmla="*/ 2763252 w 3581400"/>
                <a:gd name="connsiteY9" fmla="*/ 0 h 2637322"/>
                <a:gd name="connsiteX10" fmla="*/ 1656347 w 3581400"/>
                <a:gd name="connsiteY10" fmla="*/ 818147 h 2637322"/>
                <a:gd name="connsiteX11" fmla="*/ 732322 w 3581400"/>
                <a:gd name="connsiteY11" fmla="*/ 192505 h 2637322"/>
                <a:gd name="connsiteX12" fmla="*/ 914400 w 3581400"/>
                <a:gd name="connsiteY12" fmla="*/ 1146208 h 2637322"/>
                <a:gd name="connsiteX0" fmla="*/ 914400 w 3581400"/>
                <a:gd name="connsiteY0" fmla="*/ 1146208 h 2637322"/>
                <a:gd name="connsiteX1" fmla="*/ 0 w 3581400"/>
                <a:gd name="connsiteY1" fmla="*/ 1527208 h 2637322"/>
                <a:gd name="connsiteX2" fmla="*/ 1066799 w 3581400"/>
                <a:gd name="connsiteY2" fmla="*/ 1679608 h 2637322"/>
                <a:gd name="connsiteX3" fmla="*/ 1295399 w 3581400"/>
                <a:gd name="connsiteY3" fmla="*/ 2517808 h 2637322"/>
                <a:gd name="connsiteX4" fmla="*/ 1904999 w 3581400"/>
                <a:gd name="connsiteY4" fmla="*/ 1832008 h 2637322"/>
                <a:gd name="connsiteX5" fmla="*/ 2898006 w 3581400"/>
                <a:gd name="connsiteY5" fmla="*/ 2637322 h 2637322"/>
                <a:gd name="connsiteX6" fmla="*/ 2695875 w 3581400"/>
                <a:gd name="connsiteY6" fmla="*/ 1732547 h 2637322"/>
                <a:gd name="connsiteX7" fmla="*/ 3581400 w 3581400"/>
                <a:gd name="connsiteY7" fmla="*/ 1280160 h 2637322"/>
                <a:gd name="connsiteX8" fmla="*/ 2532246 w 3581400"/>
                <a:gd name="connsiteY8" fmla="*/ 1010652 h 2637322"/>
                <a:gd name="connsiteX9" fmla="*/ 2763252 w 3581400"/>
                <a:gd name="connsiteY9" fmla="*/ 0 h 2637322"/>
                <a:gd name="connsiteX10" fmla="*/ 1656347 w 3581400"/>
                <a:gd name="connsiteY10" fmla="*/ 818147 h 2637322"/>
                <a:gd name="connsiteX11" fmla="*/ 732322 w 3581400"/>
                <a:gd name="connsiteY11" fmla="*/ 192505 h 2637322"/>
                <a:gd name="connsiteX12" fmla="*/ 914400 w 3581400"/>
                <a:gd name="connsiteY12" fmla="*/ 1146208 h 2637322"/>
                <a:gd name="connsiteX0" fmla="*/ 914400 w 3581400"/>
                <a:gd name="connsiteY0" fmla="*/ 1146208 h 2517808"/>
                <a:gd name="connsiteX1" fmla="*/ 0 w 3581400"/>
                <a:gd name="connsiteY1" fmla="*/ 1527208 h 2517808"/>
                <a:gd name="connsiteX2" fmla="*/ 1066799 w 3581400"/>
                <a:gd name="connsiteY2" fmla="*/ 1679608 h 2517808"/>
                <a:gd name="connsiteX3" fmla="*/ 1295399 w 3581400"/>
                <a:gd name="connsiteY3" fmla="*/ 2517808 h 2517808"/>
                <a:gd name="connsiteX4" fmla="*/ 1904999 w 3581400"/>
                <a:gd name="connsiteY4" fmla="*/ 1832008 h 2517808"/>
                <a:gd name="connsiteX5" fmla="*/ 2743200 w 3581400"/>
                <a:gd name="connsiteY5" fmla="*/ 2316480 h 2517808"/>
                <a:gd name="connsiteX6" fmla="*/ 2695875 w 3581400"/>
                <a:gd name="connsiteY6" fmla="*/ 1732547 h 2517808"/>
                <a:gd name="connsiteX7" fmla="*/ 3581400 w 3581400"/>
                <a:gd name="connsiteY7" fmla="*/ 1280160 h 2517808"/>
                <a:gd name="connsiteX8" fmla="*/ 2532246 w 3581400"/>
                <a:gd name="connsiteY8" fmla="*/ 1010652 h 2517808"/>
                <a:gd name="connsiteX9" fmla="*/ 2763252 w 3581400"/>
                <a:gd name="connsiteY9" fmla="*/ 0 h 2517808"/>
                <a:gd name="connsiteX10" fmla="*/ 1656347 w 3581400"/>
                <a:gd name="connsiteY10" fmla="*/ 818147 h 2517808"/>
                <a:gd name="connsiteX11" fmla="*/ 732322 w 3581400"/>
                <a:gd name="connsiteY11" fmla="*/ 192505 h 2517808"/>
                <a:gd name="connsiteX12" fmla="*/ 914400 w 3581400"/>
                <a:gd name="connsiteY12" fmla="*/ 1146208 h 2517808"/>
                <a:gd name="connsiteX0" fmla="*/ 914400 w 3581400"/>
                <a:gd name="connsiteY0" fmla="*/ 1146208 h 2517808"/>
                <a:gd name="connsiteX1" fmla="*/ 0 w 3581400"/>
                <a:gd name="connsiteY1" fmla="*/ 1527208 h 2517808"/>
                <a:gd name="connsiteX2" fmla="*/ 1066799 w 3581400"/>
                <a:gd name="connsiteY2" fmla="*/ 1679608 h 2517808"/>
                <a:gd name="connsiteX3" fmla="*/ 1295399 w 3581400"/>
                <a:gd name="connsiteY3" fmla="*/ 2517808 h 2517808"/>
                <a:gd name="connsiteX4" fmla="*/ 1904999 w 3581400"/>
                <a:gd name="connsiteY4" fmla="*/ 1832008 h 2517808"/>
                <a:gd name="connsiteX5" fmla="*/ 2590800 w 3581400"/>
                <a:gd name="connsiteY5" fmla="*/ 2240280 h 2517808"/>
                <a:gd name="connsiteX6" fmla="*/ 2695875 w 3581400"/>
                <a:gd name="connsiteY6" fmla="*/ 1732547 h 2517808"/>
                <a:gd name="connsiteX7" fmla="*/ 3581400 w 3581400"/>
                <a:gd name="connsiteY7" fmla="*/ 1280160 h 2517808"/>
                <a:gd name="connsiteX8" fmla="*/ 2532246 w 3581400"/>
                <a:gd name="connsiteY8" fmla="*/ 1010652 h 2517808"/>
                <a:gd name="connsiteX9" fmla="*/ 2763252 w 3581400"/>
                <a:gd name="connsiteY9" fmla="*/ 0 h 2517808"/>
                <a:gd name="connsiteX10" fmla="*/ 1656347 w 3581400"/>
                <a:gd name="connsiteY10" fmla="*/ 818147 h 2517808"/>
                <a:gd name="connsiteX11" fmla="*/ 732322 w 3581400"/>
                <a:gd name="connsiteY11" fmla="*/ 192505 h 2517808"/>
                <a:gd name="connsiteX12" fmla="*/ 914400 w 3581400"/>
                <a:gd name="connsiteY12" fmla="*/ 1146208 h 2517808"/>
                <a:gd name="connsiteX0" fmla="*/ 914400 w 3581400"/>
                <a:gd name="connsiteY0" fmla="*/ 1146208 h 2517808"/>
                <a:gd name="connsiteX1" fmla="*/ 0 w 3581400"/>
                <a:gd name="connsiteY1" fmla="*/ 1527208 h 2517808"/>
                <a:gd name="connsiteX2" fmla="*/ 1066799 w 3581400"/>
                <a:gd name="connsiteY2" fmla="*/ 1679608 h 2517808"/>
                <a:gd name="connsiteX3" fmla="*/ 1295399 w 3581400"/>
                <a:gd name="connsiteY3" fmla="*/ 2517808 h 2517808"/>
                <a:gd name="connsiteX4" fmla="*/ 1904999 w 3581400"/>
                <a:gd name="connsiteY4" fmla="*/ 1832008 h 2517808"/>
                <a:gd name="connsiteX5" fmla="*/ 2590800 w 3581400"/>
                <a:gd name="connsiteY5" fmla="*/ 2240280 h 2517808"/>
                <a:gd name="connsiteX6" fmla="*/ 2362200 w 3581400"/>
                <a:gd name="connsiteY6" fmla="*/ 1554480 h 2517808"/>
                <a:gd name="connsiteX7" fmla="*/ 3581400 w 3581400"/>
                <a:gd name="connsiteY7" fmla="*/ 1280160 h 2517808"/>
                <a:gd name="connsiteX8" fmla="*/ 2532246 w 3581400"/>
                <a:gd name="connsiteY8" fmla="*/ 1010652 h 2517808"/>
                <a:gd name="connsiteX9" fmla="*/ 2763252 w 3581400"/>
                <a:gd name="connsiteY9" fmla="*/ 0 h 2517808"/>
                <a:gd name="connsiteX10" fmla="*/ 1656347 w 3581400"/>
                <a:gd name="connsiteY10" fmla="*/ 818147 h 2517808"/>
                <a:gd name="connsiteX11" fmla="*/ 732322 w 3581400"/>
                <a:gd name="connsiteY11" fmla="*/ 192505 h 2517808"/>
                <a:gd name="connsiteX12" fmla="*/ 914400 w 3581400"/>
                <a:gd name="connsiteY12" fmla="*/ 1146208 h 2517808"/>
                <a:gd name="connsiteX0" fmla="*/ 914400 w 2971800"/>
                <a:gd name="connsiteY0" fmla="*/ 1146208 h 2517808"/>
                <a:gd name="connsiteX1" fmla="*/ 0 w 2971800"/>
                <a:gd name="connsiteY1" fmla="*/ 1527208 h 2517808"/>
                <a:gd name="connsiteX2" fmla="*/ 1066799 w 2971800"/>
                <a:gd name="connsiteY2" fmla="*/ 1679608 h 2517808"/>
                <a:gd name="connsiteX3" fmla="*/ 1295399 w 2971800"/>
                <a:gd name="connsiteY3" fmla="*/ 2517808 h 2517808"/>
                <a:gd name="connsiteX4" fmla="*/ 1904999 w 2971800"/>
                <a:gd name="connsiteY4" fmla="*/ 1832008 h 2517808"/>
                <a:gd name="connsiteX5" fmla="*/ 2590800 w 2971800"/>
                <a:gd name="connsiteY5" fmla="*/ 2240280 h 2517808"/>
                <a:gd name="connsiteX6" fmla="*/ 2362200 w 2971800"/>
                <a:gd name="connsiteY6" fmla="*/ 1554480 h 2517808"/>
                <a:gd name="connsiteX7" fmla="*/ 2971800 w 2971800"/>
                <a:gd name="connsiteY7" fmla="*/ 1097280 h 2517808"/>
                <a:gd name="connsiteX8" fmla="*/ 2532246 w 2971800"/>
                <a:gd name="connsiteY8" fmla="*/ 1010652 h 2517808"/>
                <a:gd name="connsiteX9" fmla="*/ 2763252 w 2971800"/>
                <a:gd name="connsiteY9" fmla="*/ 0 h 2517808"/>
                <a:gd name="connsiteX10" fmla="*/ 1656347 w 2971800"/>
                <a:gd name="connsiteY10" fmla="*/ 818147 h 2517808"/>
                <a:gd name="connsiteX11" fmla="*/ 732322 w 2971800"/>
                <a:gd name="connsiteY11" fmla="*/ 192505 h 2517808"/>
                <a:gd name="connsiteX12" fmla="*/ 914400 w 2971800"/>
                <a:gd name="connsiteY12" fmla="*/ 1146208 h 251780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532246 w 2971800"/>
                <a:gd name="connsiteY8" fmla="*/ 903972 h 2411128"/>
                <a:gd name="connsiteX9" fmla="*/ 2438400 w 2971800"/>
                <a:gd name="connsiteY9" fmla="*/ 0 h 2411128"/>
                <a:gd name="connsiteX10" fmla="*/ 1656347 w 2971800"/>
                <a:gd name="connsiteY10" fmla="*/ 711467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532246 w 2971800"/>
                <a:gd name="connsiteY8" fmla="*/ 903972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2860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143000 w 2971800"/>
                <a:gd name="connsiteY2" fmla="*/ 1600200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90600 w 2971800"/>
                <a:gd name="connsiteY0" fmla="*/ 990600 h 2411128"/>
                <a:gd name="connsiteX1" fmla="*/ 0 w 2971800"/>
                <a:gd name="connsiteY1" fmla="*/ 1420528 h 2411128"/>
                <a:gd name="connsiteX2" fmla="*/ 1143000 w 2971800"/>
                <a:gd name="connsiteY2" fmla="*/ 1600200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90600 w 2971800"/>
                <a:gd name="connsiteY12" fmla="*/ 990600 h 2411128"/>
                <a:gd name="connsiteX0" fmla="*/ 932848 w 2971800"/>
                <a:gd name="connsiteY0" fmla="*/ 1013059 h 2411128"/>
                <a:gd name="connsiteX1" fmla="*/ 0 w 2971800"/>
                <a:gd name="connsiteY1" fmla="*/ 1420528 h 2411128"/>
                <a:gd name="connsiteX2" fmla="*/ 1143000 w 2971800"/>
                <a:gd name="connsiteY2" fmla="*/ 1600200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32848 w 2971800"/>
                <a:gd name="connsiteY12" fmla="*/ 1013059 h 2411128"/>
                <a:gd name="connsiteX0" fmla="*/ 924025 w 2962977"/>
                <a:gd name="connsiteY0" fmla="*/ 1013059 h 2411128"/>
                <a:gd name="connsiteX1" fmla="*/ 0 w 2962977"/>
                <a:gd name="connsiteY1" fmla="*/ 1428549 h 2411128"/>
                <a:gd name="connsiteX2" fmla="*/ 1134177 w 2962977"/>
                <a:gd name="connsiteY2" fmla="*/ 1600200 h 2411128"/>
                <a:gd name="connsiteX3" fmla="*/ 1286576 w 2962977"/>
                <a:gd name="connsiteY3" fmla="*/ 2411128 h 2411128"/>
                <a:gd name="connsiteX4" fmla="*/ 1743777 w 2962977"/>
                <a:gd name="connsiteY4" fmla="*/ 1752600 h 2411128"/>
                <a:gd name="connsiteX5" fmla="*/ 2581977 w 2962977"/>
                <a:gd name="connsiteY5" fmla="*/ 2133600 h 2411128"/>
                <a:gd name="connsiteX6" fmla="*/ 2353377 w 2962977"/>
                <a:gd name="connsiteY6" fmla="*/ 1371600 h 2411128"/>
                <a:gd name="connsiteX7" fmla="*/ 2962977 w 2962977"/>
                <a:gd name="connsiteY7" fmla="*/ 990600 h 2411128"/>
                <a:gd name="connsiteX8" fmla="*/ 2200977 w 2962977"/>
                <a:gd name="connsiteY8" fmla="*/ 838200 h 2411128"/>
                <a:gd name="connsiteX9" fmla="*/ 2429577 w 2962977"/>
                <a:gd name="connsiteY9" fmla="*/ 0 h 2411128"/>
                <a:gd name="connsiteX10" fmla="*/ 1591377 w 2962977"/>
                <a:gd name="connsiteY10" fmla="*/ 685800 h 2411128"/>
                <a:gd name="connsiteX11" fmla="*/ 723499 w 2962977"/>
                <a:gd name="connsiteY11" fmla="*/ 85825 h 2411128"/>
                <a:gd name="connsiteX12" fmla="*/ 924025 w 2962977"/>
                <a:gd name="connsiteY12" fmla="*/ 1013059 h 2411128"/>
                <a:gd name="connsiteX0" fmla="*/ 886326 w 2925278"/>
                <a:gd name="connsiteY0" fmla="*/ 1013059 h 2411128"/>
                <a:gd name="connsiteX1" fmla="*/ 0 w 2925278"/>
                <a:gd name="connsiteY1" fmla="*/ 1436570 h 2411128"/>
                <a:gd name="connsiteX2" fmla="*/ 1096478 w 2925278"/>
                <a:gd name="connsiteY2" fmla="*/ 1600200 h 2411128"/>
                <a:gd name="connsiteX3" fmla="*/ 1248877 w 2925278"/>
                <a:gd name="connsiteY3" fmla="*/ 2411128 h 2411128"/>
                <a:gd name="connsiteX4" fmla="*/ 1706078 w 2925278"/>
                <a:gd name="connsiteY4" fmla="*/ 1752600 h 2411128"/>
                <a:gd name="connsiteX5" fmla="*/ 2544278 w 2925278"/>
                <a:gd name="connsiteY5" fmla="*/ 2133600 h 2411128"/>
                <a:gd name="connsiteX6" fmla="*/ 2315678 w 2925278"/>
                <a:gd name="connsiteY6" fmla="*/ 1371600 h 2411128"/>
                <a:gd name="connsiteX7" fmla="*/ 2925278 w 2925278"/>
                <a:gd name="connsiteY7" fmla="*/ 990600 h 2411128"/>
                <a:gd name="connsiteX8" fmla="*/ 2163278 w 2925278"/>
                <a:gd name="connsiteY8" fmla="*/ 838200 h 2411128"/>
                <a:gd name="connsiteX9" fmla="*/ 2391878 w 2925278"/>
                <a:gd name="connsiteY9" fmla="*/ 0 h 2411128"/>
                <a:gd name="connsiteX10" fmla="*/ 1553678 w 2925278"/>
                <a:gd name="connsiteY10" fmla="*/ 685800 h 2411128"/>
                <a:gd name="connsiteX11" fmla="*/ 685800 w 2925278"/>
                <a:gd name="connsiteY11" fmla="*/ 85825 h 2411128"/>
                <a:gd name="connsiteX12" fmla="*/ 886326 w 2925278"/>
                <a:gd name="connsiteY12" fmla="*/ 1013059 h 2411128"/>
                <a:gd name="connsiteX0" fmla="*/ 886326 w 2925278"/>
                <a:gd name="connsiteY0" fmla="*/ 1013059 h 2411128"/>
                <a:gd name="connsiteX1" fmla="*/ 0 w 2925278"/>
                <a:gd name="connsiteY1" fmla="*/ 1436570 h 2411128"/>
                <a:gd name="connsiteX2" fmla="*/ 1096478 w 2925278"/>
                <a:gd name="connsiteY2" fmla="*/ 1600200 h 2411128"/>
                <a:gd name="connsiteX3" fmla="*/ 1248877 w 2925278"/>
                <a:gd name="connsiteY3" fmla="*/ 2411128 h 2411128"/>
                <a:gd name="connsiteX4" fmla="*/ 1706078 w 2925278"/>
                <a:gd name="connsiteY4" fmla="*/ 1752600 h 2411128"/>
                <a:gd name="connsiteX5" fmla="*/ 2544278 w 2925278"/>
                <a:gd name="connsiteY5" fmla="*/ 2133600 h 2411128"/>
                <a:gd name="connsiteX6" fmla="*/ 2315678 w 2925278"/>
                <a:gd name="connsiteY6" fmla="*/ 1371600 h 2411128"/>
                <a:gd name="connsiteX7" fmla="*/ 2925278 w 2925278"/>
                <a:gd name="connsiteY7" fmla="*/ 990600 h 2411128"/>
                <a:gd name="connsiteX8" fmla="*/ 2163278 w 2925278"/>
                <a:gd name="connsiteY8" fmla="*/ 838200 h 2411128"/>
                <a:gd name="connsiteX9" fmla="*/ 2391878 w 2925278"/>
                <a:gd name="connsiteY9" fmla="*/ 0 h 2411128"/>
                <a:gd name="connsiteX10" fmla="*/ 1553678 w 2925278"/>
                <a:gd name="connsiteY10" fmla="*/ 685800 h 2411128"/>
                <a:gd name="connsiteX11" fmla="*/ 702644 w 2925278"/>
                <a:gd name="connsiteY11" fmla="*/ 118711 h 2411128"/>
                <a:gd name="connsiteX12" fmla="*/ 886326 w 2925278"/>
                <a:gd name="connsiteY12" fmla="*/ 1013059 h 2411128"/>
                <a:gd name="connsiteX0" fmla="*/ 886326 w 2925278"/>
                <a:gd name="connsiteY0" fmla="*/ 1013059 h 2411128"/>
                <a:gd name="connsiteX1" fmla="*/ 0 w 2925278"/>
                <a:gd name="connsiteY1" fmla="*/ 1436570 h 2411128"/>
                <a:gd name="connsiteX2" fmla="*/ 1096478 w 2925278"/>
                <a:gd name="connsiteY2" fmla="*/ 1600200 h 2411128"/>
                <a:gd name="connsiteX3" fmla="*/ 1248877 w 2925278"/>
                <a:gd name="connsiteY3" fmla="*/ 2411128 h 2411128"/>
                <a:gd name="connsiteX4" fmla="*/ 1706078 w 2925278"/>
                <a:gd name="connsiteY4" fmla="*/ 1752600 h 2411128"/>
                <a:gd name="connsiteX5" fmla="*/ 2544278 w 2925278"/>
                <a:gd name="connsiteY5" fmla="*/ 2133600 h 2411128"/>
                <a:gd name="connsiteX6" fmla="*/ 2315678 w 2925278"/>
                <a:gd name="connsiteY6" fmla="*/ 1371600 h 2411128"/>
                <a:gd name="connsiteX7" fmla="*/ 2925278 w 2925278"/>
                <a:gd name="connsiteY7" fmla="*/ 990600 h 2411128"/>
                <a:gd name="connsiteX8" fmla="*/ 2163278 w 2925278"/>
                <a:gd name="connsiteY8" fmla="*/ 838200 h 2411128"/>
                <a:gd name="connsiteX9" fmla="*/ 2391878 w 2925278"/>
                <a:gd name="connsiteY9" fmla="*/ 0 h 2411128"/>
                <a:gd name="connsiteX10" fmla="*/ 1495926 w 2925278"/>
                <a:gd name="connsiteY10" fmla="*/ 637674 h 2411128"/>
                <a:gd name="connsiteX11" fmla="*/ 702644 w 2925278"/>
                <a:gd name="connsiteY11" fmla="*/ 118711 h 2411128"/>
                <a:gd name="connsiteX12" fmla="*/ 886326 w 2925278"/>
                <a:gd name="connsiteY12" fmla="*/ 1013059 h 2411128"/>
                <a:gd name="connsiteX0" fmla="*/ 886326 w 2925278"/>
                <a:gd name="connsiteY0" fmla="*/ 1061185 h 2459254"/>
                <a:gd name="connsiteX1" fmla="*/ 0 w 2925278"/>
                <a:gd name="connsiteY1" fmla="*/ 1484696 h 2459254"/>
                <a:gd name="connsiteX2" fmla="*/ 1096478 w 2925278"/>
                <a:gd name="connsiteY2" fmla="*/ 1648326 h 2459254"/>
                <a:gd name="connsiteX3" fmla="*/ 1248877 w 2925278"/>
                <a:gd name="connsiteY3" fmla="*/ 2459254 h 2459254"/>
                <a:gd name="connsiteX4" fmla="*/ 1706078 w 2925278"/>
                <a:gd name="connsiteY4" fmla="*/ 1800726 h 2459254"/>
                <a:gd name="connsiteX5" fmla="*/ 2544278 w 2925278"/>
                <a:gd name="connsiteY5" fmla="*/ 2181726 h 2459254"/>
                <a:gd name="connsiteX6" fmla="*/ 2315678 w 2925278"/>
                <a:gd name="connsiteY6" fmla="*/ 1419726 h 2459254"/>
                <a:gd name="connsiteX7" fmla="*/ 2925278 w 2925278"/>
                <a:gd name="connsiteY7" fmla="*/ 1038726 h 2459254"/>
                <a:gd name="connsiteX8" fmla="*/ 2163278 w 2925278"/>
                <a:gd name="connsiteY8" fmla="*/ 886326 h 2459254"/>
                <a:gd name="connsiteX9" fmla="*/ 2391878 w 2925278"/>
                <a:gd name="connsiteY9" fmla="*/ 0 h 2459254"/>
                <a:gd name="connsiteX10" fmla="*/ 1495926 w 2925278"/>
                <a:gd name="connsiteY10" fmla="*/ 685800 h 2459254"/>
                <a:gd name="connsiteX11" fmla="*/ 702644 w 2925278"/>
                <a:gd name="connsiteY11" fmla="*/ 166837 h 2459254"/>
                <a:gd name="connsiteX12" fmla="*/ 886326 w 2925278"/>
                <a:gd name="connsiteY12" fmla="*/ 1061185 h 2459254"/>
                <a:gd name="connsiteX0" fmla="*/ 886326 w 2925278"/>
                <a:gd name="connsiteY0" fmla="*/ 1061185 h 2459254"/>
                <a:gd name="connsiteX1" fmla="*/ 0 w 2925278"/>
                <a:gd name="connsiteY1" fmla="*/ 1484696 h 2459254"/>
                <a:gd name="connsiteX2" fmla="*/ 1096478 w 2925278"/>
                <a:gd name="connsiteY2" fmla="*/ 1648326 h 2459254"/>
                <a:gd name="connsiteX3" fmla="*/ 1248877 w 2925278"/>
                <a:gd name="connsiteY3" fmla="*/ 2459254 h 2459254"/>
                <a:gd name="connsiteX4" fmla="*/ 1706078 w 2925278"/>
                <a:gd name="connsiteY4" fmla="*/ 1800726 h 2459254"/>
                <a:gd name="connsiteX5" fmla="*/ 2544278 w 2925278"/>
                <a:gd name="connsiteY5" fmla="*/ 2181726 h 2459254"/>
                <a:gd name="connsiteX6" fmla="*/ 2315678 w 2925278"/>
                <a:gd name="connsiteY6" fmla="*/ 1419726 h 2459254"/>
                <a:gd name="connsiteX7" fmla="*/ 2925278 w 2925278"/>
                <a:gd name="connsiteY7" fmla="*/ 1038726 h 2459254"/>
                <a:gd name="connsiteX8" fmla="*/ 2221029 w 2925278"/>
                <a:gd name="connsiteY8" fmla="*/ 847825 h 2459254"/>
                <a:gd name="connsiteX9" fmla="*/ 2391878 w 2925278"/>
                <a:gd name="connsiteY9" fmla="*/ 0 h 2459254"/>
                <a:gd name="connsiteX10" fmla="*/ 1495926 w 2925278"/>
                <a:gd name="connsiteY10" fmla="*/ 685800 h 2459254"/>
                <a:gd name="connsiteX11" fmla="*/ 702644 w 2925278"/>
                <a:gd name="connsiteY11" fmla="*/ 166837 h 2459254"/>
                <a:gd name="connsiteX12" fmla="*/ 886326 w 2925278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06078 w 3040781"/>
                <a:gd name="connsiteY4" fmla="*/ 1800726 h 2459254"/>
                <a:gd name="connsiteX5" fmla="*/ 2544278 w 3040781"/>
                <a:gd name="connsiteY5" fmla="*/ 2181726 h 2459254"/>
                <a:gd name="connsiteX6" fmla="*/ 2315678 w 3040781"/>
                <a:gd name="connsiteY6" fmla="*/ 1419726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06078 w 3040781"/>
                <a:gd name="connsiteY4" fmla="*/ 1800726 h 2459254"/>
                <a:gd name="connsiteX5" fmla="*/ 2544278 w 3040781"/>
                <a:gd name="connsiteY5" fmla="*/ 2210602 h 2459254"/>
                <a:gd name="connsiteX6" fmla="*/ 2315678 w 3040781"/>
                <a:gd name="connsiteY6" fmla="*/ 1419726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06078 w 3040781"/>
                <a:gd name="connsiteY4" fmla="*/ 1800726 h 2459254"/>
                <a:gd name="connsiteX5" fmla="*/ 2544278 w 3040781"/>
                <a:gd name="connsiteY5" fmla="*/ 2210602 h 2459254"/>
                <a:gd name="connsiteX6" fmla="*/ 2354179 w 3040781"/>
                <a:gd name="connsiteY6" fmla="*/ 1410101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25328 w 3040781"/>
                <a:gd name="connsiteY4" fmla="*/ 1839227 h 2459254"/>
                <a:gd name="connsiteX5" fmla="*/ 2544278 w 3040781"/>
                <a:gd name="connsiteY5" fmla="*/ 2210602 h 2459254"/>
                <a:gd name="connsiteX6" fmla="*/ 2354179 w 3040781"/>
                <a:gd name="connsiteY6" fmla="*/ 1410101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555506"/>
                <a:gd name="connsiteX1" fmla="*/ 0 w 3040781"/>
                <a:gd name="connsiteY1" fmla="*/ 1484696 h 2555506"/>
                <a:gd name="connsiteX2" fmla="*/ 1096478 w 3040781"/>
                <a:gd name="connsiteY2" fmla="*/ 1648326 h 2555506"/>
                <a:gd name="connsiteX3" fmla="*/ 1258502 w 3040781"/>
                <a:gd name="connsiteY3" fmla="*/ 2555506 h 2555506"/>
                <a:gd name="connsiteX4" fmla="*/ 1725328 w 3040781"/>
                <a:gd name="connsiteY4" fmla="*/ 1839227 h 2555506"/>
                <a:gd name="connsiteX5" fmla="*/ 2544278 w 3040781"/>
                <a:gd name="connsiteY5" fmla="*/ 2210602 h 2555506"/>
                <a:gd name="connsiteX6" fmla="*/ 2354179 w 3040781"/>
                <a:gd name="connsiteY6" fmla="*/ 1410101 h 2555506"/>
                <a:gd name="connsiteX7" fmla="*/ 3040781 w 3040781"/>
                <a:gd name="connsiteY7" fmla="*/ 1057976 h 2555506"/>
                <a:gd name="connsiteX8" fmla="*/ 2221029 w 3040781"/>
                <a:gd name="connsiteY8" fmla="*/ 847825 h 2555506"/>
                <a:gd name="connsiteX9" fmla="*/ 2391878 w 3040781"/>
                <a:gd name="connsiteY9" fmla="*/ 0 h 2555506"/>
                <a:gd name="connsiteX10" fmla="*/ 1495926 w 3040781"/>
                <a:gd name="connsiteY10" fmla="*/ 685800 h 2555506"/>
                <a:gd name="connsiteX11" fmla="*/ 702644 w 3040781"/>
                <a:gd name="connsiteY11" fmla="*/ 166837 h 2555506"/>
                <a:gd name="connsiteX12" fmla="*/ 886326 w 3040781"/>
                <a:gd name="connsiteY12" fmla="*/ 1061185 h 2555506"/>
                <a:gd name="connsiteX0" fmla="*/ 953702 w 3108157"/>
                <a:gd name="connsiteY0" fmla="*/ 1061185 h 2555506"/>
                <a:gd name="connsiteX1" fmla="*/ 0 w 3108157"/>
                <a:gd name="connsiteY1" fmla="*/ 1513572 h 2555506"/>
                <a:gd name="connsiteX2" fmla="*/ 1163854 w 3108157"/>
                <a:gd name="connsiteY2" fmla="*/ 1648326 h 2555506"/>
                <a:gd name="connsiteX3" fmla="*/ 1325878 w 3108157"/>
                <a:gd name="connsiteY3" fmla="*/ 2555506 h 2555506"/>
                <a:gd name="connsiteX4" fmla="*/ 1792704 w 3108157"/>
                <a:gd name="connsiteY4" fmla="*/ 1839227 h 2555506"/>
                <a:gd name="connsiteX5" fmla="*/ 2611654 w 3108157"/>
                <a:gd name="connsiteY5" fmla="*/ 2210602 h 2555506"/>
                <a:gd name="connsiteX6" fmla="*/ 2421555 w 3108157"/>
                <a:gd name="connsiteY6" fmla="*/ 1410101 h 2555506"/>
                <a:gd name="connsiteX7" fmla="*/ 3108157 w 3108157"/>
                <a:gd name="connsiteY7" fmla="*/ 1057976 h 2555506"/>
                <a:gd name="connsiteX8" fmla="*/ 2288405 w 3108157"/>
                <a:gd name="connsiteY8" fmla="*/ 847825 h 2555506"/>
                <a:gd name="connsiteX9" fmla="*/ 2459254 w 3108157"/>
                <a:gd name="connsiteY9" fmla="*/ 0 h 2555506"/>
                <a:gd name="connsiteX10" fmla="*/ 1563302 w 3108157"/>
                <a:gd name="connsiteY10" fmla="*/ 685800 h 2555506"/>
                <a:gd name="connsiteX11" fmla="*/ 770020 w 3108157"/>
                <a:gd name="connsiteY11" fmla="*/ 166837 h 2555506"/>
                <a:gd name="connsiteX12" fmla="*/ 953702 w 3108157"/>
                <a:gd name="connsiteY12" fmla="*/ 1061185 h 2555506"/>
                <a:gd name="connsiteX0" fmla="*/ 972953 w 3108157"/>
                <a:gd name="connsiteY0" fmla="*/ 1090061 h 2555506"/>
                <a:gd name="connsiteX1" fmla="*/ 0 w 3108157"/>
                <a:gd name="connsiteY1" fmla="*/ 1513572 h 2555506"/>
                <a:gd name="connsiteX2" fmla="*/ 1163854 w 3108157"/>
                <a:gd name="connsiteY2" fmla="*/ 1648326 h 2555506"/>
                <a:gd name="connsiteX3" fmla="*/ 1325878 w 3108157"/>
                <a:gd name="connsiteY3" fmla="*/ 2555506 h 2555506"/>
                <a:gd name="connsiteX4" fmla="*/ 1792704 w 3108157"/>
                <a:gd name="connsiteY4" fmla="*/ 1839227 h 2555506"/>
                <a:gd name="connsiteX5" fmla="*/ 2611654 w 3108157"/>
                <a:gd name="connsiteY5" fmla="*/ 2210602 h 2555506"/>
                <a:gd name="connsiteX6" fmla="*/ 2421555 w 3108157"/>
                <a:gd name="connsiteY6" fmla="*/ 1410101 h 2555506"/>
                <a:gd name="connsiteX7" fmla="*/ 3108157 w 3108157"/>
                <a:gd name="connsiteY7" fmla="*/ 1057976 h 2555506"/>
                <a:gd name="connsiteX8" fmla="*/ 2288405 w 3108157"/>
                <a:gd name="connsiteY8" fmla="*/ 847825 h 2555506"/>
                <a:gd name="connsiteX9" fmla="*/ 2459254 w 3108157"/>
                <a:gd name="connsiteY9" fmla="*/ 0 h 2555506"/>
                <a:gd name="connsiteX10" fmla="*/ 1563302 w 3108157"/>
                <a:gd name="connsiteY10" fmla="*/ 685800 h 2555506"/>
                <a:gd name="connsiteX11" fmla="*/ 770020 w 3108157"/>
                <a:gd name="connsiteY11" fmla="*/ 166837 h 2555506"/>
                <a:gd name="connsiteX12" fmla="*/ 972953 w 3108157"/>
                <a:gd name="connsiteY12" fmla="*/ 1090061 h 2555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08157" h="2555506">
                  <a:moveTo>
                    <a:pt x="972953" y="1090061"/>
                  </a:moveTo>
                  <a:lnTo>
                    <a:pt x="0" y="1513572"/>
                  </a:lnTo>
                  <a:lnTo>
                    <a:pt x="1163854" y="1648326"/>
                  </a:lnTo>
                  <a:lnTo>
                    <a:pt x="1325878" y="2555506"/>
                  </a:lnTo>
                  <a:lnTo>
                    <a:pt x="1792704" y="1839227"/>
                  </a:lnTo>
                  <a:lnTo>
                    <a:pt x="2611654" y="2210602"/>
                  </a:lnTo>
                  <a:lnTo>
                    <a:pt x="2421555" y="1410101"/>
                  </a:lnTo>
                  <a:lnTo>
                    <a:pt x="3108157" y="1057976"/>
                  </a:lnTo>
                  <a:lnTo>
                    <a:pt x="2288405" y="847825"/>
                  </a:lnTo>
                  <a:lnTo>
                    <a:pt x="2459254" y="0"/>
                  </a:lnTo>
                  <a:lnTo>
                    <a:pt x="1563302" y="685800"/>
                  </a:lnTo>
                  <a:lnTo>
                    <a:pt x="770020" y="166837"/>
                  </a:lnTo>
                  <a:lnTo>
                    <a:pt x="972953" y="1090061"/>
                  </a:lnTo>
                  <a:close/>
                </a:path>
              </a:pathLst>
            </a:cu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02" name="Freeform 201"/>
            <p:cNvSpPr/>
            <p:nvPr/>
          </p:nvSpPr>
          <p:spPr bwMode="auto">
            <a:xfrm>
              <a:off x="1114125" y="4076300"/>
              <a:ext cx="2535453" cy="2084633"/>
            </a:xfrm>
            <a:custGeom>
              <a:avLst/>
              <a:gdLst>
                <a:gd name="connsiteX0" fmla="*/ 1549667 w 3830855"/>
                <a:gd name="connsiteY0" fmla="*/ 1135781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232034 w 3830855"/>
                <a:gd name="connsiteY12" fmla="*/ 1280160 h 3051208"/>
                <a:gd name="connsiteX13" fmla="*/ 1549667 w 3830855"/>
                <a:gd name="connsiteY13" fmla="*/ 1135781 h 3051208"/>
                <a:gd name="connsiteX0" fmla="*/ 1232034 w 3830855"/>
                <a:gd name="connsiteY0" fmla="*/ 1280160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232034 w 3830855"/>
                <a:gd name="connsiteY12" fmla="*/ 1280160 h 3051208"/>
                <a:gd name="connsiteX0" fmla="*/ 1163855 w 3830855"/>
                <a:gd name="connsiteY0" fmla="*/ 1146208 h 3051208"/>
                <a:gd name="connsiteX1" fmla="*/ 0 w 3830855"/>
                <a:gd name="connsiteY1" fmla="*/ 1828800 h 3051208"/>
                <a:gd name="connsiteX2" fmla="*/ 1434164 w 3830855"/>
                <a:gd name="connsiteY2" fmla="*/ 2002054 h 3051208"/>
                <a:gd name="connsiteX3" fmla="*/ 1674796 w 3830855"/>
                <a:gd name="connsiteY3" fmla="*/ 3051208 h 3051208"/>
                <a:gd name="connsiteX4" fmla="*/ 2213810 w 3830855"/>
                <a:gd name="connsiteY4" fmla="*/ 2233061 h 3051208"/>
                <a:gd name="connsiteX5" fmla="*/ 3147461 w 3830855"/>
                <a:gd name="connsiteY5" fmla="*/ 2637322 h 3051208"/>
                <a:gd name="connsiteX6" fmla="*/ 2945330 w 3830855"/>
                <a:gd name="connsiteY6" fmla="*/ 1732547 h 3051208"/>
                <a:gd name="connsiteX7" fmla="*/ 3830855 w 3830855"/>
                <a:gd name="connsiteY7" fmla="*/ 1280160 h 3051208"/>
                <a:gd name="connsiteX8" fmla="*/ 2781701 w 3830855"/>
                <a:gd name="connsiteY8" fmla="*/ 1010652 h 3051208"/>
                <a:gd name="connsiteX9" fmla="*/ 3012707 w 3830855"/>
                <a:gd name="connsiteY9" fmla="*/ 0 h 3051208"/>
                <a:gd name="connsiteX10" fmla="*/ 1905802 w 3830855"/>
                <a:gd name="connsiteY10" fmla="*/ 818147 h 3051208"/>
                <a:gd name="connsiteX11" fmla="*/ 981777 w 3830855"/>
                <a:gd name="connsiteY11" fmla="*/ 192505 h 3051208"/>
                <a:gd name="connsiteX12" fmla="*/ 1163855 w 3830855"/>
                <a:gd name="connsiteY12" fmla="*/ 1146208 h 3051208"/>
                <a:gd name="connsiteX0" fmla="*/ 914400 w 3581400"/>
                <a:gd name="connsiteY0" fmla="*/ 1146208 h 3051208"/>
                <a:gd name="connsiteX1" fmla="*/ 0 w 3581400"/>
                <a:gd name="connsiteY1" fmla="*/ 1527208 h 3051208"/>
                <a:gd name="connsiteX2" fmla="*/ 1184709 w 3581400"/>
                <a:gd name="connsiteY2" fmla="*/ 2002054 h 3051208"/>
                <a:gd name="connsiteX3" fmla="*/ 1425341 w 3581400"/>
                <a:gd name="connsiteY3" fmla="*/ 3051208 h 3051208"/>
                <a:gd name="connsiteX4" fmla="*/ 1964355 w 3581400"/>
                <a:gd name="connsiteY4" fmla="*/ 2233061 h 3051208"/>
                <a:gd name="connsiteX5" fmla="*/ 2898006 w 3581400"/>
                <a:gd name="connsiteY5" fmla="*/ 2637322 h 3051208"/>
                <a:gd name="connsiteX6" fmla="*/ 2695875 w 3581400"/>
                <a:gd name="connsiteY6" fmla="*/ 1732547 h 3051208"/>
                <a:gd name="connsiteX7" fmla="*/ 3581400 w 3581400"/>
                <a:gd name="connsiteY7" fmla="*/ 1280160 h 3051208"/>
                <a:gd name="connsiteX8" fmla="*/ 2532246 w 3581400"/>
                <a:gd name="connsiteY8" fmla="*/ 1010652 h 3051208"/>
                <a:gd name="connsiteX9" fmla="*/ 2763252 w 3581400"/>
                <a:gd name="connsiteY9" fmla="*/ 0 h 3051208"/>
                <a:gd name="connsiteX10" fmla="*/ 1656347 w 3581400"/>
                <a:gd name="connsiteY10" fmla="*/ 818147 h 3051208"/>
                <a:gd name="connsiteX11" fmla="*/ 732322 w 3581400"/>
                <a:gd name="connsiteY11" fmla="*/ 192505 h 3051208"/>
                <a:gd name="connsiteX12" fmla="*/ 914400 w 3581400"/>
                <a:gd name="connsiteY12" fmla="*/ 1146208 h 3051208"/>
                <a:gd name="connsiteX0" fmla="*/ 914400 w 3581400"/>
                <a:gd name="connsiteY0" fmla="*/ 1146208 h 3051208"/>
                <a:gd name="connsiteX1" fmla="*/ 0 w 3581400"/>
                <a:gd name="connsiteY1" fmla="*/ 1527208 h 3051208"/>
                <a:gd name="connsiteX2" fmla="*/ 1066799 w 3581400"/>
                <a:gd name="connsiteY2" fmla="*/ 1679608 h 3051208"/>
                <a:gd name="connsiteX3" fmla="*/ 1425341 w 3581400"/>
                <a:gd name="connsiteY3" fmla="*/ 3051208 h 3051208"/>
                <a:gd name="connsiteX4" fmla="*/ 1964355 w 3581400"/>
                <a:gd name="connsiteY4" fmla="*/ 2233061 h 3051208"/>
                <a:gd name="connsiteX5" fmla="*/ 2898006 w 3581400"/>
                <a:gd name="connsiteY5" fmla="*/ 2637322 h 3051208"/>
                <a:gd name="connsiteX6" fmla="*/ 2695875 w 3581400"/>
                <a:gd name="connsiteY6" fmla="*/ 1732547 h 3051208"/>
                <a:gd name="connsiteX7" fmla="*/ 3581400 w 3581400"/>
                <a:gd name="connsiteY7" fmla="*/ 1280160 h 3051208"/>
                <a:gd name="connsiteX8" fmla="*/ 2532246 w 3581400"/>
                <a:gd name="connsiteY8" fmla="*/ 1010652 h 3051208"/>
                <a:gd name="connsiteX9" fmla="*/ 2763252 w 3581400"/>
                <a:gd name="connsiteY9" fmla="*/ 0 h 3051208"/>
                <a:gd name="connsiteX10" fmla="*/ 1656347 w 3581400"/>
                <a:gd name="connsiteY10" fmla="*/ 818147 h 3051208"/>
                <a:gd name="connsiteX11" fmla="*/ 732322 w 3581400"/>
                <a:gd name="connsiteY11" fmla="*/ 192505 h 3051208"/>
                <a:gd name="connsiteX12" fmla="*/ 914400 w 3581400"/>
                <a:gd name="connsiteY12" fmla="*/ 1146208 h 3051208"/>
                <a:gd name="connsiteX0" fmla="*/ 914400 w 3581400"/>
                <a:gd name="connsiteY0" fmla="*/ 1146208 h 2637322"/>
                <a:gd name="connsiteX1" fmla="*/ 0 w 3581400"/>
                <a:gd name="connsiteY1" fmla="*/ 1527208 h 2637322"/>
                <a:gd name="connsiteX2" fmla="*/ 1066799 w 3581400"/>
                <a:gd name="connsiteY2" fmla="*/ 1679608 h 2637322"/>
                <a:gd name="connsiteX3" fmla="*/ 1295399 w 3581400"/>
                <a:gd name="connsiteY3" fmla="*/ 2517808 h 2637322"/>
                <a:gd name="connsiteX4" fmla="*/ 1964355 w 3581400"/>
                <a:gd name="connsiteY4" fmla="*/ 2233061 h 2637322"/>
                <a:gd name="connsiteX5" fmla="*/ 2898006 w 3581400"/>
                <a:gd name="connsiteY5" fmla="*/ 2637322 h 2637322"/>
                <a:gd name="connsiteX6" fmla="*/ 2695875 w 3581400"/>
                <a:gd name="connsiteY6" fmla="*/ 1732547 h 2637322"/>
                <a:gd name="connsiteX7" fmla="*/ 3581400 w 3581400"/>
                <a:gd name="connsiteY7" fmla="*/ 1280160 h 2637322"/>
                <a:gd name="connsiteX8" fmla="*/ 2532246 w 3581400"/>
                <a:gd name="connsiteY8" fmla="*/ 1010652 h 2637322"/>
                <a:gd name="connsiteX9" fmla="*/ 2763252 w 3581400"/>
                <a:gd name="connsiteY9" fmla="*/ 0 h 2637322"/>
                <a:gd name="connsiteX10" fmla="*/ 1656347 w 3581400"/>
                <a:gd name="connsiteY10" fmla="*/ 818147 h 2637322"/>
                <a:gd name="connsiteX11" fmla="*/ 732322 w 3581400"/>
                <a:gd name="connsiteY11" fmla="*/ 192505 h 2637322"/>
                <a:gd name="connsiteX12" fmla="*/ 914400 w 3581400"/>
                <a:gd name="connsiteY12" fmla="*/ 1146208 h 2637322"/>
                <a:gd name="connsiteX0" fmla="*/ 914400 w 3581400"/>
                <a:gd name="connsiteY0" fmla="*/ 1146208 h 2637322"/>
                <a:gd name="connsiteX1" fmla="*/ 0 w 3581400"/>
                <a:gd name="connsiteY1" fmla="*/ 1527208 h 2637322"/>
                <a:gd name="connsiteX2" fmla="*/ 1066799 w 3581400"/>
                <a:gd name="connsiteY2" fmla="*/ 1679608 h 2637322"/>
                <a:gd name="connsiteX3" fmla="*/ 1295399 w 3581400"/>
                <a:gd name="connsiteY3" fmla="*/ 2517808 h 2637322"/>
                <a:gd name="connsiteX4" fmla="*/ 1904999 w 3581400"/>
                <a:gd name="connsiteY4" fmla="*/ 1984408 h 2637322"/>
                <a:gd name="connsiteX5" fmla="*/ 2898006 w 3581400"/>
                <a:gd name="connsiteY5" fmla="*/ 2637322 h 2637322"/>
                <a:gd name="connsiteX6" fmla="*/ 2695875 w 3581400"/>
                <a:gd name="connsiteY6" fmla="*/ 1732547 h 2637322"/>
                <a:gd name="connsiteX7" fmla="*/ 3581400 w 3581400"/>
                <a:gd name="connsiteY7" fmla="*/ 1280160 h 2637322"/>
                <a:gd name="connsiteX8" fmla="*/ 2532246 w 3581400"/>
                <a:gd name="connsiteY8" fmla="*/ 1010652 h 2637322"/>
                <a:gd name="connsiteX9" fmla="*/ 2763252 w 3581400"/>
                <a:gd name="connsiteY9" fmla="*/ 0 h 2637322"/>
                <a:gd name="connsiteX10" fmla="*/ 1656347 w 3581400"/>
                <a:gd name="connsiteY10" fmla="*/ 818147 h 2637322"/>
                <a:gd name="connsiteX11" fmla="*/ 732322 w 3581400"/>
                <a:gd name="connsiteY11" fmla="*/ 192505 h 2637322"/>
                <a:gd name="connsiteX12" fmla="*/ 914400 w 3581400"/>
                <a:gd name="connsiteY12" fmla="*/ 1146208 h 2637322"/>
                <a:gd name="connsiteX0" fmla="*/ 914400 w 3581400"/>
                <a:gd name="connsiteY0" fmla="*/ 1146208 h 2637322"/>
                <a:gd name="connsiteX1" fmla="*/ 0 w 3581400"/>
                <a:gd name="connsiteY1" fmla="*/ 1527208 h 2637322"/>
                <a:gd name="connsiteX2" fmla="*/ 1066799 w 3581400"/>
                <a:gd name="connsiteY2" fmla="*/ 1679608 h 2637322"/>
                <a:gd name="connsiteX3" fmla="*/ 1295399 w 3581400"/>
                <a:gd name="connsiteY3" fmla="*/ 2517808 h 2637322"/>
                <a:gd name="connsiteX4" fmla="*/ 1904999 w 3581400"/>
                <a:gd name="connsiteY4" fmla="*/ 1832008 h 2637322"/>
                <a:gd name="connsiteX5" fmla="*/ 2898006 w 3581400"/>
                <a:gd name="connsiteY5" fmla="*/ 2637322 h 2637322"/>
                <a:gd name="connsiteX6" fmla="*/ 2695875 w 3581400"/>
                <a:gd name="connsiteY6" fmla="*/ 1732547 h 2637322"/>
                <a:gd name="connsiteX7" fmla="*/ 3581400 w 3581400"/>
                <a:gd name="connsiteY7" fmla="*/ 1280160 h 2637322"/>
                <a:gd name="connsiteX8" fmla="*/ 2532246 w 3581400"/>
                <a:gd name="connsiteY8" fmla="*/ 1010652 h 2637322"/>
                <a:gd name="connsiteX9" fmla="*/ 2763252 w 3581400"/>
                <a:gd name="connsiteY9" fmla="*/ 0 h 2637322"/>
                <a:gd name="connsiteX10" fmla="*/ 1656347 w 3581400"/>
                <a:gd name="connsiteY10" fmla="*/ 818147 h 2637322"/>
                <a:gd name="connsiteX11" fmla="*/ 732322 w 3581400"/>
                <a:gd name="connsiteY11" fmla="*/ 192505 h 2637322"/>
                <a:gd name="connsiteX12" fmla="*/ 914400 w 3581400"/>
                <a:gd name="connsiteY12" fmla="*/ 1146208 h 2637322"/>
                <a:gd name="connsiteX0" fmla="*/ 914400 w 3581400"/>
                <a:gd name="connsiteY0" fmla="*/ 1146208 h 2517808"/>
                <a:gd name="connsiteX1" fmla="*/ 0 w 3581400"/>
                <a:gd name="connsiteY1" fmla="*/ 1527208 h 2517808"/>
                <a:gd name="connsiteX2" fmla="*/ 1066799 w 3581400"/>
                <a:gd name="connsiteY2" fmla="*/ 1679608 h 2517808"/>
                <a:gd name="connsiteX3" fmla="*/ 1295399 w 3581400"/>
                <a:gd name="connsiteY3" fmla="*/ 2517808 h 2517808"/>
                <a:gd name="connsiteX4" fmla="*/ 1904999 w 3581400"/>
                <a:gd name="connsiteY4" fmla="*/ 1832008 h 2517808"/>
                <a:gd name="connsiteX5" fmla="*/ 2743200 w 3581400"/>
                <a:gd name="connsiteY5" fmla="*/ 2316480 h 2517808"/>
                <a:gd name="connsiteX6" fmla="*/ 2695875 w 3581400"/>
                <a:gd name="connsiteY6" fmla="*/ 1732547 h 2517808"/>
                <a:gd name="connsiteX7" fmla="*/ 3581400 w 3581400"/>
                <a:gd name="connsiteY7" fmla="*/ 1280160 h 2517808"/>
                <a:gd name="connsiteX8" fmla="*/ 2532246 w 3581400"/>
                <a:gd name="connsiteY8" fmla="*/ 1010652 h 2517808"/>
                <a:gd name="connsiteX9" fmla="*/ 2763252 w 3581400"/>
                <a:gd name="connsiteY9" fmla="*/ 0 h 2517808"/>
                <a:gd name="connsiteX10" fmla="*/ 1656347 w 3581400"/>
                <a:gd name="connsiteY10" fmla="*/ 818147 h 2517808"/>
                <a:gd name="connsiteX11" fmla="*/ 732322 w 3581400"/>
                <a:gd name="connsiteY11" fmla="*/ 192505 h 2517808"/>
                <a:gd name="connsiteX12" fmla="*/ 914400 w 3581400"/>
                <a:gd name="connsiteY12" fmla="*/ 1146208 h 2517808"/>
                <a:gd name="connsiteX0" fmla="*/ 914400 w 3581400"/>
                <a:gd name="connsiteY0" fmla="*/ 1146208 h 2517808"/>
                <a:gd name="connsiteX1" fmla="*/ 0 w 3581400"/>
                <a:gd name="connsiteY1" fmla="*/ 1527208 h 2517808"/>
                <a:gd name="connsiteX2" fmla="*/ 1066799 w 3581400"/>
                <a:gd name="connsiteY2" fmla="*/ 1679608 h 2517808"/>
                <a:gd name="connsiteX3" fmla="*/ 1295399 w 3581400"/>
                <a:gd name="connsiteY3" fmla="*/ 2517808 h 2517808"/>
                <a:gd name="connsiteX4" fmla="*/ 1904999 w 3581400"/>
                <a:gd name="connsiteY4" fmla="*/ 1832008 h 2517808"/>
                <a:gd name="connsiteX5" fmla="*/ 2590800 w 3581400"/>
                <a:gd name="connsiteY5" fmla="*/ 2240280 h 2517808"/>
                <a:gd name="connsiteX6" fmla="*/ 2695875 w 3581400"/>
                <a:gd name="connsiteY6" fmla="*/ 1732547 h 2517808"/>
                <a:gd name="connsiteX7" fmla="*/ 3581400 w 3581400"/>
                <a:gd name="connsiteY7" fmla="*/ 1280160 h 2517808"/>
                <a:gd name="connsiteX8" fmla="*/ 2532246 w 3581400"/>
                <a:gd name="connsiteY8" fmla="*/ 1010652 h 2517808"/>
                <a:gd name="connsiteX9" fmla="*/ 2763252 w 3581400"/>
                <a:gd name="connsiteY9" fmla="*/ 0 h 2517808"/>
                <a:gd name="connsiteX10" fmla="*/ 1656347 w 3581400"/>
                <a:gd name="connsiteY10" fmla="*/ 818147 h 2517808"/>
                <a:gd name="connsiteX11" fmla="*/ 732322 w 3581400"/>
                <a:gd name="connsiteY11" fmla="*/ 192505 h 2517808"/>
                <a:gd name="connsiteX12" fmla="*/ 914400 w 3581400"/>
                <a:gd name="connsiteY12" fmla="*/ 1146208 h 2517808"/>
                <a:gd name="connsiteX0" fmla="*/ 914400 w 3581400"/>
                <a:gd name="connsiteY0" fmla="*/ 1146208 h 2517808"/>
                <a:gd name="connsiteX1" fmla="*/ 0 w 3581400"/>
                <a:gd name="connsiteY1" fmla="*/ 1527208 h 2517808"/>
                <a:gd name="connsiteX2" fmla="*/ 1066799 w 3581400"/>
                <a:gd name="connsiteY2" fmla="*/ 1679608 h 2517808"/>
                <a:gd name="connsiteX3" fmla="*/ 1295399 w 3581400"/>
                <a:gd name="connsiteY3" fmla="*/ 2517808 h 2517808"/>
                <a:gd name="connsiteX4" fmla="*/ 1904999 w 3581400"/>
                <a:gd name="connsiteY4" fmla="*/ 1832008 h 2517808"/>
                <a:gd name="connsiteX5" fmla="*/ 2590800 w 3581400"/>
                <a:gd name="connsiteY5" fmla="*/ 2240280 h 2517808"/>
                <a:gd name="connsiteX6" fmla="*/ 2362200 w 3581400"/>
                <a:gd name="connsiteY6" fmla="*/ 1554480 h 2517808"/>
                <a:gd name="connsiteX7" fmla="*/ 3581400 w 3581400"/>
                <a:gd name="connsiteY7" fmla="*/ 1280160 h 2517808"/>
                <a:gd name="connsiteX8" fmla="*/ 2532246 w 3581400"/>
                <a:gd name="connsiteY8" fmla="*/ 1010652 h 2517808"/>
                <a:gd name="connsiteX9" fmla="*/ 2763252 w 3581400"/>
                <a:gd name="connsiteY9" fmla="*/ 0 h 2517808"/>
                <a:gd name="connsiteX10" fmla="*/ 1656347 w 3581400"/>
                <a:gd name="connsiteY10" fmla="*/ 818147 h 2517808"/>
                <a:gd name="connsiteX11" fmla="*/ 732322 w 3581400"/>
                <a:gd name="connsiteY11" fmla="*/ 192505 h 2517808"/>
                <a:gd name="connsiteX12" fmla="*/ 914400 w 3581400"/>
                <a:gd name="connsiteY12" fmla="*/ 1146208 h 2517808"/>
                <a:gd name="connsiteX0" fmla="*/ 914400 w 2971800"/>
                <a:gd name="connsiteY0" fmla="*/ 1146208 h 2517808"/>
                <a:gd name="connsiteX1" fmla="*/ 0 w 2971800"/>
                <a:gd name="connsiteY1" fmla="*/ 1527208 h 2517808"/>
                <a:gd name="connsiteX2" fmla="*/ 1066799 w 2971800"/>
                <a:gd name="connsiteY2" fmla="*/ 1679608 h 2517808"/>
                <a:gd name="connsiteX3" fmla="*/ 1295399 w 2971800"/>
                <a:gd name="connsiteY3" fmla="*/ 2517808 h 2517808"/>
                <a:gd name="connsiteX4" fmla="*/ 1904999 w 2971800"/>
                <a:gd name="connsiteY4" fmla="*/ 1832008 h 2517808"/>
                <a:gd name="connsiteX5" fmla="*/ 2590800 w 2971800"/>
                <a:gd name="connsiteY5" fmla="*/ 2240280 h 2517808"/>
                <a:gd name="connsiteX6" fmla="*/ 2362200 w 2971800"/>
                <a:gd name="connsiteY6" fmla="*/ 1554480 h 2517808"/>
                <a:gd name="connsiteX7" fmla="*/ 2971800 w 2971800"/>
                <a:gd name="connsiteY7" fmla="*/ 1097280 h 2517808"/>
                <a:gd name="connsiteX8" fmla="*/ 2532246 w 2971800"/>
                <a:gd name="connsiteY8" fmla="*/ 1010652 h 2517808"/>
                <a:gd name="connsiteX9" fmla="*/ 2763252 w 2971800"/>
                <a:gd name="connsiteY9" fmla="*/ 0 h 2517808"/>
                <a:gd name="connsiteX10" fmla="*/ 1656347 w 2971800"/>
                <a:gd name="connsiteY10" fmla="*/ 818147 h 2517808"/>
                <a:gd name="connsiteX11" fmla="*/ 732322 w 2971800"/>
                <a:gd name="connsiteY11" fmla="*/ 192505 h 2517808"/>
                <a:gd name="connsiteX12" fmla="*/ 914400 w 2971800"/>
                <a:gd name="connsiteY12" fmla="*/ 1146208 h 251780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532246 w 2971800"/>
                <a:gd name="connsiteY8" fmla="*/ 903972 h 2411128"/>
                <a:gd name="connsiteX9" fmla="*/ 2438400 w 2971800"/>
                <a:gd name="connsiteY9" fmla="*/ 0 h 2411128"/>
                <a:gd name="connsiteX10" fmla="*/ 1656347 w 2971800"/>
                <a:gd name="connsiteY10" fmla="*/ 711467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532246 w 2971800"/>
                <a:gd name="connsiteY8" fmla="*/ 903972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2860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4478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904999 w 2971800"/>
                <a:gd name="connsiteY4" fmla="*/ 1725328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066799 w 2971800"/>
                <a:gd name="connsiteY2" fmla="*/ 1572928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14400 w 2971800"/>
                <a:gd name="connsiteY0" fmla="*/ 1039528 h 2411128"/>
                <a:gd name="connsiteX1" fmla="*/ 0 w 2971800"/>
                <a:gd name="connsiteY1" fmla="*/ 1420528 h 2411128"/>
                <a:gd name="connsiteX2" fmla="*/ 1143000 w 2971800"/>
                <a:gd name="connsiteY2" fmla="*/ 1600200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14400 w 2971800"/>
                <a:gd name="connsiteY12" fmla="*/ 1039528 h 2411128"/>
                <a:gd name="connsiteX0" fmla="*/ 990600 w 2971800"/>
                <a:gd name="connsiteY0" fmla="*/ 990600 h 2411128"/>
                <a:gd name="connsiteX1" fmla="*/ 0 w 2971800"/>
                <a:gd name="connsiteY1" fmla="*/ 1420528 h 2411128"/>
                <a:gd name="connsiteX2" fmla="*/ 1143000 w 2971800"/>
                <a:gd name="connsiteY2" fmla="*/ 1600200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90600 w 2971800"/>
                <a:gd name="connsiteY12" fmla="*/ 990600 h 2411128"/>
                <a:gd name="connsiteX0" fmla="*/ 932848 w 2971800"/>
                <a:gd name="connsiteY0" fmla="*/ 1013059 h 2411128"/>
                <a:gd name="connsiteX1" fmla="*/ 0 w 2971800"/>
                <a:gd name="connsiteY1" fmla="*/ 1420528 h 2411128"/>
                <a:gd name="connsiteX2" fmla="*/ 1143000 w 2971800"/>
                <a:gd name="connsiteY2" fmla="*/ 1600200 h 2411128"/>
                <a:gd name="connsiteX3" fmla="*/ 1295399 w 2971800"/>
                <a:gd name="connsiteY3" fmla="*/ 2411128 h 2411128"/>
                <a:gd name="connsiteX4" fmla="*/ 1752600 w 2971800"/>
                <a:gd name="connsiteY4" fmla="*/ 1752600 h 2411128"/>
                <a:gd name="connsiteX5" fmla="*/ 2590800 w 2971800"/>
                <a:gd name="connsiteY5" fmla="*/ 2133600 h 2411128"/>
                <a:gd name="connsiteX6" fmla="*/ 2362200 w 2971800"/>
                <a:gd name="connsiteY6" fmla="*/ 1371600 h 2411128"/>
                <a:gd name="connsiteX7" fmla="*/ 2971800 w 2971800"/>
                <a:gd name="connsiteY7" fmla="*/ 990600 h 2411128"/>
                <a:gd name="connsiteX8" fmla="*/ 2209800 w 2971800"/>
                <a:gd name="connsiteY8" fmla="*/ 838200 h 2411128"/>
                <a:gd name="connsiteX9" fmla="*/ 2438400 w 2971800"/>
                <a:gd name="connsiteY9" fmla="*/ 0 h 2411128"/>
                <a:gd name="connsiteX10" fmla="*/ 1600200 w 2971800"/>
                <a:gd name="connsiteY10" fmla="*/ 685800 h 2411128"/>
                <a:gd name="connsiteX11" fmla="*/ 732322 w 2971800"/>
                <a:gd name="connsiteY11" fmla="*/ 85825 h 2411128"/>
                <a:gd name="connsiteX12" fmla="*/ 932848 w 2971800"/>
                <a:gd name="connsiteY12" fmla="*/ 1013059 h 2411128"/>
                <a:gd name="connsiteX0" fmla="*/ 924025 w 2962977"/>
                <a:gd name="connsiteY0" fmla="*/ 1013059 h 2411128"/>
                <a:gd name="connsiteX1" fmla="*/ 0 w 2962977"/>
                <a:gd name="connsiteY1" fmla="*/ 1428549 h 2411128"/>
                <a:gd name="connsiteX2" fmla="*/ 1134177 w 2962977"/>
                <a:gd name="connsiteY2" fmla="*/ 1600200 h 2411128"/>
                <a:gd name="connsiteX3" fmla="*/ 1286576 w 2962977"/>
                <a:gd name="connsiteY3" fmla="*/ 2411128 h 2411128"/>
                <a:gd name="connsiteX4" fmla="*/ 1743777 w 2962977"/>
                <a:gd name="connsiteY4" fmla="*/ 1752600 h 2411128"/>
                <a:gd name="connsiteX5" fmla="*/ 2581977 w 2962977"/>
                <a:gd name="connsiteY5" fmla="*/ 2133600 h 2411128"/>
                <a:gd name="connsiteX6" fmla="*/ 2353377 w 2962977"/>
                <a:gd name="connsiteY6" fmla="*/ 1371600 h 2411128"/>
                <a:gd name="connsiteX7" fmla="*/ 2962977 w 2962977"/>
                <a:gd name="connsiteY7" fmla="*/ 990600 h 2411128"/>
                <a:gd name="connsiteX8" fmla="*/ 2200977 w 2962977"/>
                <a:gd name="connsiteY8" fmla="*/ 838200 h 2411128"/>
                <a:gd name="connsiteX9" fmla="*/ 2429577 w 2962977"/>
                <a:gd name="connsiteY9" fmla="*/ 0 h 2411128"/>
                <a:gd name="connsiteX10" fmla="*/ 1591377 w 2962977"/>
                <a:gd name="connsiteY10" fmla="*/ 685800 h 2411128"/>
                <a:gd name="connsiteX11" fmla="*/ 723499 w 2962977"/>
                <a:gd name="connsiteY11" fmla="*/ 85825 h 2411128"/>
                <a:gd name="connsiteX12" fmla="*/ 924025 w 2962977"/>
                <a:gd name="connsiteY12" fmla="*/ 1013059 h 2411128"/>
                <a:gd name="connsiteX0" fmla="*/ 886326 w 2925278"/>
                <a:gd name="connsiteY0" fmla="*/ 1013059 h 2411128"/>
                <a:gd name="connsiteX1" fmla="*/ 0 w 2925278"/>
                <a:gd name="connsiteY1" fmla="*/ 1436570 h 2411128"/>
                <a:gd name="connsiteX2" fmla="*/ 1096478 w 2925278"/>
                <a:gd name="connsiteY2" fmla="*/ 1600200 h 2411128"/>
                <a:gd name="connsiteX3" fmla="*/ 1248877 w 2925278"/>
                <a:gd name="connsiteY3" fmla="*/ 2411128 h 2411128"/>
                <a:gd name="connsiteX4" fmla="*/ 1706078 w 2925278"/>
                <a:gd name="connsiteY4" fmla="*/ 1752600 h 2411128"/>
                <a:gd name="connsiteX5" fmla="*/ 2544278 w 2925278"/>
                <a:gd name="connsiteY5" fmla="*/ 2133600 h 2411128"/>
                <a:gd name="connsiteX6" fmla="*/ 2315678 w 2925278"/>
                <a:gd name="connsiteY6" fmla="*/ 1371600 h 2411128"/>
                <a:gd name="connsiteX7" fmla="*/ 2925278 w 2925278"/>
                <a:gd name="connsiteY7" fmla="*/ 990600 h 2411128"/>
                <a:gd name="connsiteX8" fmla="*/ 2163278 w 2925278"/>
                <a:gd name="connsiteY8" fmla="*/ 838200 h 2411128"/>
                <a:gd name="connsiteX9" fmla="*/ 2391878 w 2925278"/>
                <a:gd name="connsiteY9" fmla="*/ 0 h 2411128"/>
                <a:gd name="connsiteX10" fmla="*/ 1553678 w 2925278"/>
                <a:gd name="connsiteY10" fmla="*/ 685800 h 2411128"/>
                <a:gd name="connsiteX11" fmla="*/ 685800 w 2925278"/>
                <a:gd name="connsiteY11" fmla="*/ 85825 h 2411128"/>
                <a:gd name="connsiteX12" fmla="*/ 886326 w 2925278"/>
                <a:gd name="connsiteY12" fmla="*/ 1013059 h 2411128"/>
                <a:gd name="connsiteX0" fmla="*/ 886326 w 2925278"/>
                <a:gd name="connsiteY0" fmla="*/ 1013059 h 2411128"/>
                <a:gd name="connsiteX1" fmla="*/ 0 w 2925278"/>
                <a:gd name="connsiteY1" fmla="*/ 1436570 h 2411128"/>
                <a:gd name="connsiteX2" fmla="*/ 1096478 w 2925278"/>
                <a:gd name="connsiteY2" fmla="*/ 1600200 h 2411128"/>
                <a:gd name="connsiteX3" fmla="*/ 1248877 w 2925278"/>
                <a:gd name="connsiteY3" fmla="*/ 2411128 h 2411128"/>
                <a:gd name="connsiteX4" fmla="*/ 1706078 w 2925278"/>
                <a:gd name="connsiteY4" fmla="*/ 1752600 h 2411128"/>
                <a:gd name="connsiteX5" fmla="*/ 2544278 w 2925278"/>
                <a:gd name="connsiteY5" fmla="*/ 2133600 h 2411128"/>
                <a:gd name="connsiteX6" fmla="*/ 2315678 w 2925278"/>
                <a:gd name="connsiteY6" fmla="*/ 1371600 h 2411128"/>
                <a:gd name="connsiteX7" fmla="*/ 2925278 w 2925278"/>
                <a:gd name="connsiteY7" fmla="*/ 990600 h 2411128"/>
                <a:gd name="connsiteX8" fmla="*/ 2163278 w 2925278"/>
                <a:gd name="connsiteY8" fmla="*/ 838200 h 2411128"/>
                <a:gd name="connsiteX9" fmla="*/ 2391878 w 2925278"/>
                <a:gd name="connsiteY9" fmla="*/ 0 h 2411128"/>
                <a:gd name="connsiteX10" fmla="*/ 1553678 w 2925278"/>
                <a:gd name="connsiteY10" fmla="*/ 685800 h 2411128"/>
                <a:gd name="connsiteX11" fmla="*/ 702644 w 2925278"/>
                <a:gd name="connsiteY11" fmla="*/ 118711 h 2411128"/>
                <a:gd name="connsiteX12" fmla="*/ 886326 w 2925278"/>
                <a:gd name="connsiteY12" fmla="*/ 1013059 h 2411128"/>
                <a:gd name="connsiteX0" fmla="*/ 886326 w 2925278"/>
                <a:gd name="connsiteY0" fmla="*/ 1013059 h 2411128"/>
                <a:gd name="connsiteX1" fmla="*/ 0 w 2925278"/>
                <a:gd name="connsiteY1" fmla="*/ 1436570 h 2411128"/>
                <a:gd name="connsiteX2" fmla="*/ 1096478 w 2925278"/>
                <a:gd name="connsiteY2" fmla="*/ 1600200 h 2411128"/>
                <a:gd name="connsiteX3" fmla="*/ 1248877 w 2925278"/>
                <a:gd name="connsiteY3" fmla="*/ 2411128 h 2411128"/>
                <a:gd name="connsiteX4" fmla="*/ 1706078 w 2925278"/>
                <a:gd name="connsiteY4" fmla="*/ 1752600 h 2411128"/>
                <a:gd name="connsiteX5" fmla="*/ 2544278 w 2925278"/>
                <a:gd name="connsiteY5" fmla="*/ 2133600 h 2411128"/>
                <a:gd name="connsiteX6" fmla="*/ 2315678 w 2925278"/>
                <a:gd name="connsiteY6" fmla="*/ 1371600 h 2411128"/>
                <a:gd name="connsiteX7" fmla="*/ 2925278 w 2925278"/>
                <a:gd name="connsiteY7" fmla="*/ 990600 h 2411128"/>
                <a:gd name="connsiteX8" fmla="*/ 2163278 w 2925278"/>
                <a:gd name="connsiteY8" fmla="*/ 838200 h 2411128"/>
                <a:gd name="connsiteX9" fmla="*/ 2391878 w 2925278"/>
                <a:gd name="connsiteY9" fmla="*/ 0 h 2411128"/>
                <a:gd name="connsiteX10" fmla="*/ 1495926 w 2925278"/>
                <a:gd name="connsiteY10" fmla="*/ 637674 h 2411128"/>
                <a:gd name="connsiteX11" fmla="*/ 702644 w 2925278"/>
                <a:gd name="connsiteY11" fmla="*/ 118711 h 2411128"/>
                <a:gd name="connsiteX12" fmla="*/ 886326 w 2925278"/>
                <a:gd name="connsiteY12" fmla="*/ 1013059 h 2411128"/>
                <a:gd name="connsiteX0" fmla="*/ 886326 w 2925278"/>
                <a:gd name="connsiteY0" fmla="*/ 1061185 h 2459254"/>
                <a:gd name="connsiteX1" fmla="*/ 0 w 2925278"/>
                <a:gd name="connsiteY1" fmla="*/ 1484696 h 2459254"/>
                <a:gd name="connsiteX2" fmla="*/ 1096478 w 2925278"/>
                <a:gd name="connsiteY2" fmla="*/ 1648326 h 2459254"/>
                <a:gd name="connsiteX3" fmla="*/ 1248877 w 2925278"/>
                <a:gd name="connsiteY3" fmla="*/ 2459254 h 2459254"/>
                <a:gd name="connsiteX4" fmla="*/ 1706078 w 2925278"/>
                <a:gd name="connsiteY4" fmla="*/ 1800726 h 2459254"/>
                <a:gd name="connsiteX5" fmla="*/ 2544278 w 2925278"/>
                <a:gd name="connsiteY5" fmla="*/ 2181726 h 2459254"/>
                <a:gd name="connsiteX6" fmla="*/ 2315678 w 2925278"/>
                <a:gd name="connsiteY6" fmla="*/ 1419726 h 2459254"/>
                <a:gd name="connsiteX7" fmla="*/ 2925278 w 2925278"/>
                <a:gd name="connsiteY7" fmla="*/ 1038726 h 2459254"/>
                <a:gd name="connsiteX8" fmla="*/ 2163278 w 2925278"/>
                <a:gd name="connsiteY8" fmla="*/ 886326 h 2459254"/>
                <a:gd name="connsiteX9" fmla="*/ 2391878 w 2925278"/>
                <a:gd name="connsiteY9" fmla="*/ 0 h 2459254"/>
                <a:gd name="connsiteX10" fmla="*/ 1495926 w 2925278"/>
                <a:gd name="connsiteY10" fmla="*/ 685800 h 2459254"/>
                <a:gd name="connsiteX11" fmla="*/ 702644 w 2925278"/>
                <a:gd name="connsiteY11" fmla="*/ 166837 h 2459254"/>
                <a:gd name="connsiteX12" fmla="*/ 886326 w 2925278"/>
                <a:gd name="connsiteY12" fmla="*/ 1061185 h 2459254"/>
                <a:gd name="connsiteX0" fmla="*/ 886326 w 2925278"/>
                <a:gd name="connsiteY0" fmla="*/ 1061185 h 2459254"/>
                <a:gd name="connsiteX1" fmla="*/ 0 w 2925278"/>
                <a:gd name="connsiteY1" fmla="*/ 1484696 h 2459254"/>
                <a:gd name="connsiteX2" fmla="*/ 1096478 w 2925278"/>
                <a:gd name="connsiteY2" fmla="*/ 1648326 h 2459254"/>
                <a:gd name="connsiteX3" fmla="*/ 1248877 w 2925278"/>
                <a:gd name="connsiteY3" fmla="*/ 2459254 h 2459254"/>
                <a:gd name="connsiteX4" fmla="*/ 1706078 w 2925278"/>
                <a:gd name="connsiteY4" fmla="*/ 1800726 h 2459254"/>
                <a:gd name="connsiteX5" fmla="*/ 2544278 w 2925278"/>
                <a:gd name="connsiteY5" fmla="*/ 2181726 h 2459254"/>
                <a:gd name="connsiteX6" fmla="*/ 2315678 w 2925278"/>
                <a:gd name="connsiteY6" fmla="*/ 1419726 h 2459254"/>
                <a:gd name="connsiteX7" fmla="*/ 2925278 w 2925278"/>
                <a:gd name="connsiteY7" fmla="*/ 1038726 h 2459254"/>
                <a:gd name="connsiteX8" fmla="*/ 2221029 w 2925278"/>
                <a:gd name="connsiteY8" fmla="*/ 847825 h 2459254"/>
                <a:gd name="connsiteX9" fmla="*/ 2391878 w 2925278"/>
                <a:gd name="connsiteY9" fmla="*/ 0 h 2459254"/>
                <a:gd name="connsiteX10" fmla="*/ 1495926 w 2925278"/>
                <a:gd name="connsiteY10" fmla="*/ 685800 h 2459254"/>
                <a:gd name="connsiteX11" fmla="*/ 702644 w 2925278"/>
                <a:gd name="connsiteY11" fmla="*/ 166837 h 2459254"/>
                <a:gd name="connsiteX12" fmla="*/ 886326 w 2925278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06078 w 3040781"/>
                <a:gd name="connsiteY4" fmla="*/ 1800726 h 2459254"/>
                <a:gd name="connsiteX5" fmla="*/ 2544278 w 3040781"/>
                <a:gd name="connsiteY5" fmla="*/ 2181726 h 2459254"/>
                <a:gd name="connsiteX6" fmla="*/ 2315678 w 3040781"/>
                <a:gd name="connsiteY6" fmla="*/ 1419726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06078 w 3040781"/>
                <a:gd name="connsiteY4" fmla="*/ 1800726 h 2459254"/>
                <a:gd name="connsiteX5" fmla="*/ 2544278 w 3040781"/>
                <a:gd name="connsiteY5" fmla="*/ 2210602 h 2459254"/>
                <a:gd name="connsiteX6" fmla="*/ 2315678 w 3040781"/>
                <a:gd name="connsiteY6" fmla="*/ 1419726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06078 w 3040781"/>
                <a:gd name="connsiteY4" fmla="*/ 1800726 h 2459254"/>
                <a:gd name="connsiteX5" fmla="*/ 2544278 w 3040781"/>
                <a:gd name="connsiteY5" fmla="*/ 2210602 h 2459254"/>
                <a:gd name="connsiteX6" fmla="*/ 2354179 w 3040781"/>
                <a:gd name="connsiteY6" fmla="*/ 1410101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459254"/>
                <a:gd name="connsiteX1" fmla="*/ 0 w 3040781"/>
                <a:gd name="connsiteY1" fmla="*/ 1484696 h 2459254"/>
                <a:gd name="connsiteX2" fmla="*/ 1096478 w 3040781"/>
                <a:gd name="connsiteY2" fmla="*/ 1648326 h 2459254"/>
                <a:gd name="connsiteX3" fmla="*/ 1248877 w 3040781"/>
                <a:gd name="connsiteY3" fmla="*/ 2459254 h 2459254"/>
                <a:gd name="connsiteX4" fmla="*/ 1725328 w 3040781"/>
                <a:gd name="connsiteY4" fmla="*/ 1839227 h 2459254"/>
                <a:gd name="connsiteX5" fmla="*/ 2544278 w 3040781"/>
                <a:gd name="connsiteY5" fmla="*/ 2210602 h 2459254"/>
                <a:gd name="connsiteX6" fmla="*/ 2354179 w 3040781"/>
                <a:gd name="connsiteY6" fmla="*/ 1410101 h 2459254"/>
                <a:gd name="connsiteX7" fmla="*/ 3040781 w 3040781"/>
                <a:gd name="connsiteY7" fmla="*/ 1057976 h 2459254"/>
                <a:gd name="connsiteX8" fmla="*/ 2221029 w 3040781"/>
                <a:gd name="connsiteY8" fmla="*/ 847825 h 2459254"/>
                <a:gd name="connsiteX9" fmla="*/ 2391878 w 3040781"/>
                <a:gd name="connsiteY9" fmla="*/ 0 h 2459254"/>
                <a:gd name="connsiteX10" fmla="*/ 1495926 w 3040781"/>
                <a:gd name="connsiteY10" fmla="*/ 685800 h 2459254"/>
                <a:gd name="connsiteX11" fmla="*/ 702644 w 3040781"/>
                <a:gd name="connsiteY11" fmla="*/ 166837 h 2459254"/>
                <a:gd name="connsiteX12" fmla="*/ 886326 w 3040781"/>
                <a:gd name="connsiteY12" fmla="*/ 1061185 h 2459254"/>
                <a:gd name="connsiteX0" fmla="*/ 886326 w 3040781"/>
                <a:gd name="connsiteY0" fmla="*/ 1061185 h 2555506"/>
                <a:gd name="connsiteX1" fmla="*/ 0 w 3040781"/>
                <a:gd name="connsiteY1" fmla="*/ 1484696 h 2555506"/>
                <a:gd name="connsiteX2" fmla="*/ 1096478 w 3040781"/>
                <a:gd name="connsiteY2" fmla="*/ 1648326 h 2555506"/>
                <a:gd name="connsiteX3" fmla="*/ 1258502 w 3040781"/>
                <a:gd name="connsiteY3" fmla="*/ 2555506 h 2555506"/>
                <a:gd name="connsiteX4" fmla="*/ 1725328 w 3040781"/>
                <a:gd name="connsiteY4" fmla="*/ 1839227 h 2555506"/>
                <a:gd name="connsiteX5" fmla="*/ 2544278 w 3040781"/>
                <a:gd name="connsiteY5" fmla="*/ 2210602 h 2555506"/>
                <a:gd name="connsiteX6" fmla="*/ 2354179 w 3040781"/>
                <a:gd name="connsiteY6" fmla="*/ 1410101 h 2555506"/>
                <a:gd name="connsiteX7" fmla="*/ 3040781 w 3040781"/>
                <a:gd name="connsiteY7" fmla="*/ 1057976 h 2555506"/>
                <a:gd name="connsiteX8" fmla="*/ 2221029 w 3040781"/>
                <a:gd name="connsiteY8" fmla="*/ 847825 h 2555506"/>
                <a:gd name="connsiteX9" fmla="*/ 2391878 w 3040781"/>
                <a:gd name="connsiteY9" fmla="*/ 0 h 2555506"/>
                <a:gd name="connsiteX10" fmla="*/ 1495926 w 3040781"/>
                <a:gd name="connsiteY10" fmla="*/ 685800 h 2555506"/>
                <a:gd name="connsiteX11" fmla="*/ 702644 w 3040781"/>
                <a:gd name="connsiteY11" fmla="*/ 166837 h 2555506"/>
                <a:gd name="connsiteX12" fmla="*/ 886326 w 3040781"/>
                <a:gd name="connsiteY12" fmla="*/ 1061185 h 2555506"/>
                <a:gd name="connsiteX0" fmla="*/ 953702 w 3108157"/>
                <a:gd name="connsiteY0" fmla="*/ 1061185 h 2555506"/>
                <a:gd name="connsiteX1" fmla="*/ 0 w 3108157"/>
                <a:gd name="connsiteY1" fmla="*/ 1513572 h 2555506"/>
                <a:gd name="connsiteX2" fmla="*/ 1163854 w 3108157"/>
                <a:gd name="connsiteY2" fmla="*/ 1648326 h 2555506"/>
                <a:gd name="connsiteX3" fmla="*/ 1325878 w 3108157"/>
                <a:gd name="connsiteY3" fmla="*/ 2555506 h 2555506"/>
                <a:gd name="connsiteX4" fmla="*/ 1792704 w 3108157"/>
                <a:gd name="connsiteY4" fmla="*/ 1839227 h 2555506"/>
                <a:gd name="connsiteX5" fmla="*/ 2611654 w 3108157"/>
                <a:gd name="connsiteY5" fmla="*/ 2210602 h 2555506"/>
                <a:gd name="connsiteX6" fmla="*/ 2421555 w 3108157"/>
                <a:gd name="connsiteY6" fmla="*/ 1410101 h 2555506"/>
                <a:gd name="connsiteX7" fmla="*/ 3108157 w 3108157"/>
                <a:gd name="connsiteY7" fmla="*/ 1057976 h 2555506"/>
                <a:gd name="connsiteX8" fmla="*/ 2288405 w 3108157"/>
                <a:gd name="connsiteY8" fmla="*/ 847825 h 2555506"/>
                <a:gd name="connsiteX9" fmla="*/ 2459254 w 3108157"/>
                <a:gd name="connsiteY9" fmla="*/ 0 h 2555506"/>
                <a:gd name="connsiteX10" fmla="*/ 1563302 w 3108157"/>
                <a:gd name="connsiteY10" fmla="*/ 685800 h 2555506"/>
                <a:gd name="connsiteX11" fmla="*/ 770020 w 3108157"/>
                <a:gd name="connsiteY11" fmla="*/ 166837 h 2555506"/>
                <a:gd name="connsiteX12" fmla="*/ 953702 w 3108157"/>
                <a:gd name="connsiteY12" fmla="*/ 1061185 h 2555506"/>
                <a:gd name="connsiteX0" fmla="*/ 972953 w 3108157"/>
                <a:gd name="connsiteY0" fmla="*/ 1090061 h 2555506"/>
                <a:gd name="connsiteX1" fmla="*/ 0 w 3108157"/>
                <a:gd name="connsiteY1" fmla="*/ 1513572 h 2555506"/>
                <a:gd name="connsiteX2" fmla="*/ 1163854 w 3108157"/>
                <a:gd name="connsiteY2" fmla="*/ 1648326 h 2555506"/>
                <a:gd name="connsiteX3" fmla="*/ 1325878 w 3108157"/>
                <a:gd name="connsiteY3" fmla="*/ 2555506 h 2555506"/>
                <a:gd name="connsiteX4" fmla="*/ 1792704 w 3108157"/>
                <a:gd name="connsiteY4" fmla="*/ 1839227 h 2555506"/>
                <a:gd name="connsiteX5" fmla="*/ 2611654 w 3108157"/>
                <a:gd name="connsiteY5" fmla="*/ 2210602 h 2555506"/>
                <a:gd name="connsiteX6" fmla="*/ 2421555 w 3108157"/>
                <a:gd name="connsiteY6" fmla="*/ 1410101 h 2555506"/>
                <a:gd name="connsiteX7" fmla="*/ 3108157 w 3108157"/>
                <a:gd name="connsiteY7" fmla="*/ 1057976 h 2555506"/>
                <a:gd name="connsiteX8" fmla="*/ 2288405 w 3108157"/>
                <a:gd name="connsiteY8" fmla="*/ 847825 h 2555506"/>
                <a:gd name="connsiteX9" fmla="*/ 2459254 w 3108157"/>
                <a:gd name="connsiteY9" fmla="*/ 0 h 2555506"/>
                <a:gd name="connsiteX10" fmla="*/ 1563302 w 3108157"/>
                <a:gd name="connsiteY10" fmla="*/ 685800 h 2555506"/>
                <a:gd name="connsiteX11" fmla="*/ 770020 w 3108157"/>
                <a:gd name="connsiteY11" fmla="*/ 166837 h 2555506"/>
                <a:gd name="connsiteX12" fmla="*/ 972953 w 3108157"/>
                <a:gd name="connsiteY12" fmla="*/ 1090061 h 2555506"/>
                <a:gd name="connsiteX0" fmla="*/ 972953 w 3108157"/>
                <a:gd name="connsiteY0" fmla="*/ 1090061 h 2555506"/>
                <a:gd name="connsiteX1" fmla="*/ 0 w 3108157"/>
                <a:gd name="connsiteY1" fmla="*/ 1513572 h 2555506"/>
                <a:gd name="connsiteX2" fmla="*/ 1163854 w 3108157"/>
                <a:gd name="connsiteY2" fmla="*/ 1648326 h 2555506"/>
                <a:gd name="connsiteX3" fmla="*/ 1325878 w 3108157"/>
                <a:gd name="connsiteY3" fmla="*/ 2555506 h 2555506"/>
                <a:gd name="connsiteX4" fmla="*/ 1792704 w 3108157"/>
                <a:gd name="connsiteY4" fmla="*/ 1839227 h 2555506"/>
                <a:gd name="connsiteX5" fmla="*/ 2723749 w 3108157"/>
                <a:gd name="connsiteY5" fmla="*/ 2274516 h 2555506"/>
                <a:gd name="connsiteX6" fmla="*/ 2421555 w 3108157"/>
                <a:gd name="connsiteY6" fmla="*/ 1410101 h 2555506"/>
                <a:gd name="connsiteX7" fmla="*/ 3108157 w 3108157"/>
                <a:gd name="connsiteY7" fmla="*/ 1057976 h 2555506"/>
                <a:gd name="connsiteX8" fmla="*/ 2288405 w 3108157"/>
                <a:gd name="connsiteY8" fmla="*/ 847825 h 2555506"/>
                <a:gd name="connsiteX9" fmla="*/ 2459254 w 3108157"/>
                <a:gd name="connsiteY9" fmla="*/ 0 h 2555506"/>
                <a:gd name="connsiteX10" fmla="*/ 1563302 w 3108157"/>
                <a:gd name="connsiteY10" fmla="*/ 685800 h 2555506"/>
                <a:gd name="connsiteX11" fmla="*/ 770020 w 3108157"/>
                <a:gd name="connsiteY11" fmla="*/ 166837 h 2555506"/>
                <a:gd name="connsiteX12" fmla="*/ 972953 w 3108157"/>
                <a:gd name="connsiteY12" fmla="*/ 1090061 h 2555506"/>
                <a:gd name="connsiteX0" fmla="*/ 972953 w 3108157"/>
                <a:gd name="connsiteY0" fmla="*/ 1090061 h 2555506"/>
                <a:gd name="connsiteX1" fmla="*/ 0 w 3108157"/>
                <a:gd name="connsiteY1" fmla="*/ 1513572 h 2555506"/>
                <a:gd name="connsiteX2" fmla="*/ 1163854 w 3108157"/>
                <a:gd name="connsiteY2" fmla="*/ 1648326 h 2555506"/>
                <a:gd name="connsiteX3" fmla="*/ 1325878 w 3108157"/>
                <a:gd name="connsiteY3" fmla="*/ 2555506 h 2555506"/>
                <a:gd name="connsiteX4" fmla="*/ 1792704 w 3108157"/>
                <a:gd name="connsiteY4" fmla="*/ 1839227 h 2555506"/>
                <a:gd name="connsiteX5" fmla="*/ 2723749 w 3108157"/>
                <a:gd name="connsiteY5" fmla="*/ 2274516 h 2555506"/>
                <a:gd name="connsiteX6" fmla="*/ 2492350 w 3108157"/>
                <a:gd name="connsiteY6" fmla="*/ 1410101 h 2555506"/>
                <a:gd name="connsiteX7" fmla="*/ 3108157 w 3108157"/>
                <a:gd name="connsiteY7" fmla="*/ 1057976 h 2555506"/>
                <a:gd name="connsiteX8" fmla="*/ 2288405 w 3108157"/>
                <a:gd name="connsiteY8" fmla="*/ 847825 h 2555506"/>
                <a:gd name="connsiteX9" fmla="*/ 2459254 w 3108157"/>
                <a:gd name="connsiteY9" fmla="*/ 0 h 2555506"/>
                <a:gd name="connsiteX10" fmla="*/ 1563302 w 3108157"/>
                <a:gd name="connsiteY10" fmla="*/ 685800 h 2555506"/>
                <a:gd name="connsiteX11" fmla="*/ 770020 w 3108157"/>
                <a:gd name="connsiteY11" fmla="*/ 166837 h 2555506"/>
                <a:gd name="connsiteX12" fmla="*/ 972953 w 3108157"/>
                <a:gd name="connsiteY12" fmla="*/ 1090061 h 2555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08157" h="2555506">
                  <a:moveTo>
                    <a:pt x="972953" y="1090061"/>
                  </a:moveTo>
                  <a:lnTo>
                    <a:pt x="0" y="1513572"/>
                  </a:lnTo>
                  <a:lnTo>
                    <a:pt x="1163854" y="1648326"/>
                  </a:lnTo>
                  <a:lnTo>
                    <a:pt x="1325878" y="2555506"/>
                  </a:lnTo>
                  <a:lnTo>
                    <a:pt x="1792704" y="1839227"/>
                  </a:lnTo>
                  <a:lnTo>
                    <a:pt x="2723749" y="2274516"/>
                  </a:lnTo>
                  <a:lnTo>
                    <a:pt x="2492350" y="1410101"/>
                  </a:lnTo>
                  <a:lnTo>
                    <a:pt x="3108157" y="1057976"/>
                  </a:lnTo>
                  <a:lnTo>
                    <a:pt x="2288405" y="847825"/>
                  </a:lnTo>
                  <a:lnTo>
                    <a:pt x="2459254" y="0"/>
                  </a:lnTo>
                  <a:lnTo>
                    <a:pt x="1563302" y="685800"/>
                  </a:lnTo>
                  <a:lnTo>
                    <a:pt x="770020" y="166837"/>
                  </a:lnTo>
                  <a:lnTo>
                    <a:pt x="972953" y="109006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43000">
                  <a:srgbClr val="FFFF00"/>
                </a:gs>
                <a:gs pos="100000">
                  <a:srgbClr val="FF0000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139" name="CaixaDeTexto 138"/>
          <p:cNvSpPr txBox="1"/>
          <p:nvPr/>
        </p:nvSpPr>
        <p:spPr>
          <a:xfrm>
            <a:off x="4788024" y="6165304"/>
            <a:ext cx="3960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200" dirty="0"/>
              <a:t>(Timo </a:t>
            </a:r>
            <a:r>
              <a:rPr lang="pt-BR" sz="1200" dirty="0" err="1"/>
              <a:t>Elliott</a:t>
            </a:r>
            <a:r>
              <a:rPr lang="pt-BR" sz="1200" dirty="0"/>
              <a:t>, SAP)</a:t>
            </a:r>
          </a:p>
        </p:txBody>
      </p:sp>
      <p:sp>
        <p:nvSpPr>
          <p:cNvPr id="137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 err="1">
                <a:latin typeface="Sketch Rockwell" pitchFamily="2" charset="0"/>
              </a:rPr>
              <a:t>Columnar</a:t>
            </a:r>
            <a:r>
              <a:rPr lang="pt-BR" sz="4000" dirty="0">
                <a:latin typeface="Sketch Rockwell" pitchFamily="2" charset="0"/>
              </a:rPr>
              <a:t> DB</a:t>
            </a:r>
            <a:endParaRPr lang="pt-BR" dirty="0"/>
          </a:p>
        </p:txBody>
      </p:sp>
      <p:grpSp>
        <p:nvGrpSpPr>
          <p:cNvPr id="91" name="Group 239"/>
          <p:cNvGrpSpPr/>
          <p:nvPr/>
        </p:nvGrpSpPr>
        <p:grpSpPr>
          <a:xfrm>
            <a:off x="127329" y="1480481"/>
            <a:ext cx="8837995" cy="4909809"/>
            <a:chOff x="127329" y="1480481"/>
            <a:chExt cx="8837995" cy="4909809"/>
          </a:xfrm>
        </p:grpSpPr>
        <p:sp>
          <p:nvSpPr>
            <p:cNvPr id="104" name="Rectangle 240"/>
            <p:cNvSpPr/>
            <p:nvPr/>
          </p:nvSpPr>
          <p:spPr bwMode="auto">
            <a:xfrm>
              <a:off x="127329" y="1480481"/>
              <a:ext cx="8837995" cy="490980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75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itchFamily="2" charset="2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95" name="Group 60"/>
            <p:cNvGrpSpPr/>
            <p:nvPr/>
          </p:nvGrpSpPr>
          <p:grpSpPr>
            <a:xfrm>
              <a:off x="1238250" y="4014930"/>
              <a:ext cx="6667500" cy="2000250"/>
              <a:chOff x="1238250" y="3352800"/>
              <a:chExt cx="6667500" cy="2000250"/>
            </a:xfrm>
            <a:solidFill>
              <a:schemeClr val="tx1"/>
            </a:solidFill>
          </p:grpSpPr>
          <p:sp>
            <p:nvSpPr>
              <p:cNvPr id="107" name="Rectangle 251"/>
              <p:cNvSpPr/>
              <p:nvPr/>
            </p:nvSpPr>
            <p:spPr bwMode="auto">
              <a:xfrm>
                <a:off x="1238250" y="468630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08" name="Rectangle 252"/>
              <p:cNvSpPr/>
              <p:nvPr/>
            </p:nvSpPr>
            <p:spPr bwMode="auto">
              <a:xfrm>
                <a:off x="1238250" y="401955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09" name="Rectangle 253"/>
              <p:cNvSpPr/>
              <p:nvPr/>
            </p:nvSpPr>
            <p:spPr bwMode="auto">
              <a:xfrm>
                <a:off x="1238250" y="335280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10" name="Rectangle 254"/>
              <p:cNvSpPr/>
              <p:nvPr/>
            </p:nvSpPr>
            <p:spPr bwMode="auto">
              <a:xfrm>
                <a:off x="1905000" y="468630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11" name="Rectangle 255"/>
              <p:cNvSpPr/>
              <p:nvPr/>
            </p:nvSpPr>
            <p:spPr bwMode="auto">
              <a:xfrm>
                <a:off x="1905000" y="401955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12" name="Rectangle 256"/>
              <p:cNvSpPr/>
              <p:nvPr/>
            </p:nvSpPr>
            <p:spPr bwMode="auto">
              <a:xfrm>
                <a:off x="1905000" y="335280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13" name="Rectangle 257"/>
              <p:cNvSpPr/>
              <p:nvPr/>
            </p:nvSpPr>
            <p:spPr bwMode="auto">
              <a:xfrm>
                <a:off x="2571750" y="468630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14" name="Rectangle 258"/>
              <p:cNvSpPr/>
              <p:nvPr/>
            </p:nvSpPr>
            <p:spPr bwMode="auto">
              <a:xfrm>
                <a:off x="2571750" y="401955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15" name="Rectangle 259"/>
              <p:cNvSpPr/>
              <p:nvPr/>
            </p:nvSpPr>
            <p:spPr bwMode="auto">
              <a:xfrm>
                <a:off x="2571750" y="335280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16" name="Rectangle 260"/>
              <p:cNvSpPr/>
              <p:nvPr/>
            </p:nvSpPr>
            <p:spPr bwMode="auto">
              <a:xfrm>
                <a:off x="3238500" y="468630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17" name="Rectangle 261"/>
              <p:cNvSpPr/>
              <p:nvPr/>
            </p:nvSpPr>
            <p:spPr bwMode="auto">
              <a:xfrm>
                <a:off x="3238500" y="401955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18" name="Rectangle 262"/>
              <p:cNvSpPr/>
              <p:nvPr/>
            </p:nvSpPr>
            <p:spPr bwMode="auto">
              <a:xfrm>
                <a:off x="3238500" y="335280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19" name="Rectangle 263"/>
              <p:cNvSpPr/>
              <p:nvPr/>
            </p:nvSpPr>
            <p:spPr bwMode="auto">
              <a:xfrm>
                <a:off x="3905250" y="468630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20" name="Rectangle 264"/>
              <p:cNvSpPr/>
              <p:nvPr/>
            </p:nvSpPr>
            <p:spPr bwMode="auto">
              <a:xfrm>
                <a:off x="3905250" y="401955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21" name="Rectangle 265"/>
              <p:cNvSpPr/>
              <p:nvPr/>
            </p:nvSpPr>
            <p:spPr bwMode="auto">
              <a:xfrm>
                <a:off x="3905250" y="335280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22" name="Rectangle 266"/>
              <p:cNvSpPr/>
              <p:nvPr/>
            </p:nvSpPr>
            <p:spPr bwMode="auto">
              <a:xfrm>
                <a:off x="4572000" y="468630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23" name="Rectangle 267"/>
              <p:cNvSpPr/>
              <p:nvPr/>
            </p:nvSpPr>
            <p:spPr bwMode="auto">
              <a:xfrm>
                <a:off x="4572000" y="401955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24" name="Rectangle 268"/>
              <p:cNvSpPr/>
              <p:nvPr/>
            </p:nvSpPr>
            <p:spPr bwMode="auto">
              <a:xfrm>
                <a:off x="4572000" y="335280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25" name="Rectangle 269"/>
              <p:cNvSpPr/>
              <p:nvPr/>
            </p:nvSpPr>
            <p:spPr bwMode="auto">
              <a:xfrm>
                <a:off x="5238750" y="468630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26" name="Rectangle 270"/>
              <p:cNvSpPr/>
              <p:nvPr/>
            </p:nvSpPr>
            <p:spPr bwMode="auto">
              <a:xfrm>
                <a:off x="5238750" y="401955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27" name="Rectangle 271"/>
              <p:cNvSpPr/>
              <p:nvPr/>
            </p:nvSpPr>
            <p:spPr bwMode="auto">
              <a:xfrm>
                <a:off x="5238750" y="335280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28" name="Rectangle 272"/>
              <p:cNvSpPr/>
              <p:nvPr/>
            </p:nvSpPr>
            <p:spPr bwMode="auto">
              <a:xfrm>
                <a:off x="5905500" y="468630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29" name="Rectangle 273"/>
              <p:cNvSpPr/>
              <p:nvPr/>
            </p:nvSpPr>
            <p:spPr bwMode="auto">
              <a:xfrm>
                <a:off x="5905500" y="401955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30" name="Rectangle 274"/>
              <p:cNvSpPr/>
              <p:nvPr/>
            </p:nvSpPr>
            <p:spPr bwMode="auto">
              <a:xfrm>
                <a:off x="5905500" y="335280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31" name="Rectangle 275"/>
              <p:cNvSpPr/>
              <p:nvPr/>
            </p:nvSpPr>
            <p:spPr bwMode="auto">
              <a:xfrm>
                <a:off x="6572250" y="468630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32" name="Rectangle 276"/>
              <p:cNvSpPr/>
              <p:nvPr/>
            </p:nvSpPr>
            <p:spPr bwMode="auto">
              <a:xfrm>
                <a:off x="6572250" y="401955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33" name="Rectangle 277"/>
              <p:cNvSpPr/>
              <p:nvPr/>
            </p:nvSpPr>
            <p:spPr bwMode="auto">
              <a:xfrm>
                <a:off x="6572250" y="335280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34" name="Rectangle 278"/>
              <p:cNvSpPr/>
              <p:nvPr/>
            </p:nvSpPr>
            <p:spPr bwMode="auto">
              <a:xfrm>
                <a:off x="7239000" y="468630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35" name="Rectangle 279"/>
              <p:cNvSpPr/>
              <p:nvPr/>
            </p:nvSpPr>
            <p:spPr bwMode="auto">
              <a:xfrm>
                <a:off x="7239000" y="401955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36" name="Rectangle 280"/>
              <p:cNvSpPr/>
              <p:nvPr/>
            </p:nvSpPr>
            <p:spPr bwMode="auto">
              <a:xfrm>
                <a:off x="7239000" y="3352800"/>
                <a:ext cx="666750" cy="666750"/>
              </a:xfrm>
              <a:prstGeom prst="rect">
                <a:avLst/>
              </a:prstGeom>
              <a:grp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itchFamily="2" charset="2"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6880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4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000"/>
                            </p:stCondLst>
                            <p:childTnLst>
                              <p:par>
                                <p:cTn id="57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8000"/>
                            </p:stCondLst>
                            <p:childTnLst>
                              <p:par>
                                <p:cTn id="64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000"/>
                            </p:stCondLst>
                            <p:childTnLst>
                              <p:par>
                                <p:cTn id="71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0 0.09861 " pathEditMode="relative" rAng="0" ptsTypes="AA">
                                      <p:cBhvr>
                                        <p:cTn id="10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064" y="1340768"/>
            <a:ext cx="3829981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aixaDeTexto 3"/>
          <p:cNvSpPr txBox="1"/>
          <p:nvPr/>
        </p:nvSpPr>
        <p:spPr>
          <a:xfrm>
            <a:off x="539552" y="1700808"/>
            <a:ext cx="7848872" cy="4462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4800" dirty="0"/>
              <a:t>Cassandra:</a:t>
            </a:r>
          </a:p>
          <a:p>
            <a:pPr lvl="1">
              <a:buFont typeface="Arial" pitchFamily="34" charset="0"/>
              <a:buChar char="•"/>
            </a:pPr>
            <a:r>
              <a:rPr lang="pt-BR" sz="4800" dirty="0"/>
              <a:t>	Distribuído</a:t>
            </a:r>
          </a:p>
          <a:p>
            <a:pPr lvl="1">
              <a:buFont typeface="Arial" pitchFamily="34" charset="0"/>
              <a:buChar char="•"/>
            </a:pPr>
            <a:r>
              <a:rPr lang="pt-BR" sz="4800" dirty="0"/>
              <a:t>	Tolerante à falhas</a:t>
            </a:r>
          </a:p>
          <a:p>
            <a:pPr lvl="1">
              <a:buFont typeface="Arial" pitchFamily="34" charset="0"/>
              <a:buChar char="•"/>
            </a:pPr>
            <a:r>
              <a:rPr lang="pt-BR" sz="4800" dirty="0"/>
              <a:t>	</a:t>
            </a:r>
            <a:r>
              <a:rPr lang="pt-BR" sz="4800" dirty="0" err="1"/>
              <a:t>Escalável</a:t>
            </a:r>
            <a:endParaRPr lang="pt-BR" sz="4800" dirty="0"/>
          </a:p>
          <a:p>
            <a:pPr lvl="1">
              <a:buFont typeface="Arial" pitchFamily="34" charset="0"/>
              <a:buChar char="•"/>
            </a:pPr>
            <a:r>
              <a:rPr lang="pt-BR" sz="4800" dirty="0"/>
              <a:t>	Orientado a colunas</a:t>
            </a:r>
          </a:p>
          <a:p>
            <a:pPr algn="ctr"/>
            <a:endParaRPr lang="pt-BR" sz="4400" b="1" dirty="0"/>
          </a:p>
        </p:txBody>
      </p:sp>
      <p:sp>
        <p:nvSpPr>
          <p:cNvPr id="6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 err="1">
                <a:latin typeface="Sketch Rockwell" pitchFamily="2" charset="0"/>
              </a:rPr>
              <a:t>Columnar</a:t>
            </a:r>
            <a:r>
              <a:rPr lang="pt-BR" sz="4000" dirty="0">
                <a:latin typeface="Sketch Rockwell" pitchFamily="2" charset="0"/>
              </a:rPr>
              <a:t> DB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64992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Google-log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99592" y="1138444"/>
            <a:ext cx="2987824" cy="1155914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845332" y="2110552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Bigtable</a:t>
            </a:r>
            <a:r>
              <a:rPr lang="pt-BR" dirty="0"/>
              <a:t>, 2006</a:t>
            </a:r>
          </a:p>
        </p:txBody>
      </p:sp>
      <p:pic>
        <p:nvPicPr>
          <p:cNvPr id="8" name="Imagem 7" descr="amazon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779912" y="1210452"/>
            <a:ext cx="4160276" cy="1224136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4311878" y="2087904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Dynamo</a:t>
            </a:r>
            <a:r>
              <a:rPr lang="pt-BR" dirty="0"/>
              <a:t>, 2007</a:t>
            </a:r>
          </a:p>
        </p:txBody>
      </p:sp>
      <p:sp>
        <p:nvSpPr>
          <p:cNvPr id="10" name="Seta para baixo 9"/>
          <p:cNvSpPr/>
          <p:nvPr/>
        </p:nvSpPr>
        <p:spPr>
          <a:xfrm>
            <a:off x="1995526" y="2555415"/>
            <a:ext cx="576064" cy="8245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 para baixo 10"/>
          <p:cNvSpPr/>
          <p:nvPr/>
        </p:nvSpPr>
        <p:spPr>
          <a:xfrm rot="2413520">
            <a:off x="3888850" y="2561326"/>
            <a:ext cx="576064" cy="7937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Imagem 12" descr="facebook-logo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403648" y="3480684"/>
            <a:ext cx="2483768" cy="934370"/>
          </a:xfrm>
          <a:prstGeom prst="rect">
            <a:avLst/>
          </a:prstGeom>
        </p:spPr>
      </p:pic>
      <p:sp>
        <p:nvSpPr>
          <p:cNvPr id="14" name="CaixaDeTexto 13"/>
          <p:cNvSpPr txBox="1"/>
          <p:nvPr/>
        </p:nvSpPr>
        <p:spPr>
          <a:xfrm>
            <a:off x="1080538" y="4380784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Open Source, 2008</a:t>
            </a:r>
          </a:p>
        </p:txBody>
      </p:sp>
      <p:sp>
        <p:nvSpPr>
          <p:cNvPr id="15" name="Seta para baixo 14"/>
          <p:cNvSpPr/>
          <p:nvPr/>
        </p:nvSpPr>
        <p:spPr>
          <a:xfrm>
            <a:off x="1995526" y="4755984"/>
            <a:ext cx="576064" cy="6480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Imagem 15" descr="apache_feather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385073" y="5433219"/>
            <a:ext cx="2795303" cy="790139"/>
          </a:xfrm>
          <a:prstGeom prst="rect">
            <a:avLst/>
          </a:prstGeom>
        </p:spPr>
      </p:pic>
      <p:sp>
        <p:nvSpPr>
          <p:cNvPr id="17" name="CaixaDeTexto 16"/>
          <p:cNvSpPr txBox="1"/>
          <p:nvPr/>
        </p:nvSpPr>
        <p:spPr>
          <a:xfrm>
            <a:off x="935596" y="6281684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Apache, 2009</a:t>
            </a:r>
          </a:p>
        </p:txBody>
      </p:sp>
      <p:pic>
        <p:nvPicPr>
          <p:cNvPr id="18" name="Picture 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547164" y="4957126"/>
            <a:ext cx="2304256" cy="1213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Seta para baixo 18"/>
          <p:cNvSpPr/>
          <p:nvPr/>
        </p:nvSpPr>
        <p:spPr>
          <a:xfrm rot="16200000">
            <a:off x="4797124" y="5170892"/>
            <a:ext cx="576064" cy="8640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/>
          <p:cNvSpPr txBox="1"/>
          <p:nvPr/>
        </p:nvSpPr>
        <p:spPr>
          <a:xfrm>
            <a:off x="5151120" y="5986152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Cassandra, 2010</a:t>
            </a:r>
          </a:p>
        </p:txBody>
      </p:sp>
      <p:sp>
        <p:nvSpPr>
          <p:cNvPr id="20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 err="1">
                <a:latin typeface="Sketch Rockwell" pitchFamily="2" charset="0"/>
              </a:rPr>
              <a:t>Columnar</a:t>
            </a:r>
            <a:r>
              <a:rPr lang="pt-BR" sz="4000" dirty="0">
                <a:latin typeface="Sketch Rockwell" pitchFamily="2" charset="0"/>
              </a:rPr>
              <a:t> DB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4391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ooyala_showcase_logo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11560" y="1628800"/>
            <a:ext cx="3717299" cy="1245295"/>
          </a:xfrm>
          <a:prstGeom prst="rect">
            <a:avLst/>
          </a:prstGeom>
        </p:spPr>
      </p:pic>
      <p:pic>
        <p:nvPicPr>
          <p:cNvPr id="11" name="Imagem 10" descr="formspring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292080" y="4005064"/>
            <a:ext cx="3256037" cy="2106847"/>
          </a:xfrm>
          <a:prstGeom prst="rect">
            <a:avLst/>
          </a:prstGeom>
        </p:spPr>
      </p:pic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14348" y="285728"/>
            <a:ext cx="8215370" cy="6286544"/>
          </a:xfrm>
        </p:spPr>
        <p:txBody>
          <a:bodyPr>
            <a:normAutofit/>
          </a:bodyPr>
          <a:lstStyle/>
          <a:p>
            <a:pPr lvl="1">
              <a:buNone/>
            </a:pPr>
            <a:endParaRPr lang="pt-BR" sz="2000" dirty="0"/>
          </a:p>
          <a:p>
            <a:endParaRPr lang="pt-BR" sz="2400" dirty="0"/>
          </a:p>
          <a:p>
            <a:endParaRPr lang="pt-BR" sz="2400" dirty="0"/>
          </a:p>
        </p:txBody>
      </p:sp>
      <p:sp>
        <p:nvSpPr>
          <p:cNvPr id="4" name="Retângulo 3"/>
          <p:cNvSpPr/>
          <p:nvPr/>
        </p:nvSpPr>
        <p:spPr>
          <a:xfrm flipH="1">
            <a:off x="179512" y="332656"/>
            <a:ext cx="428628" cy="62865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 descr="cassandra.jpe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100392" y="6021288"/>
            <a:ext cx="864096" cy="565983"/>
          </a:xfrm>
          <a:prstGeom prst="rect">
            <a:avLst/>
          </a:prstGeom>
        </p:spPr>
      </p:pic>
      <p:pic>
        <p:nvPicPr>
          <p:cNvPr id="6" name="Imagem 5" descr="backupify_Logo-feature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627784" y="0"/>
            <a:ext cx="2376264" cy="1782198"/>
          </a:xfrm>
          <a:prstGeom prst="rect">
            <a:avLst/>
          </a:prstGeom>
        </p:spPr>
      </p:pic>
      <p:pic>
        <p:nvPicPr>
          <p:cNvPr id="7" name="Imagem 6" descr="netflix-logo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012160" y="836712"/>
            <a:ext cx="2688299" cy="1512168"/>
          </a:xfrm>
          <a:prstGeom prst="rect">
            <a:avLst/>
          </a:prstGeom>
        </p:spPr>
      </p:pic>
      <p:pic>
        <p:nvPicPr>
          <p:cNvPr id="9" name="Imagem 8" descr="squidoo-hubpages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187624" y="3717032"/>
            <a:ext cx="2462014" cy="2462014"/>
          </a:xfrm>
          <a:prstGeom prst="rect">
            <a:avLst/>
          </a:prstGeom>
        </p:spPr>
      </p:pic>
      <p:pic>
        <p:nvPicPr>
          <p:cNvPr id="10" name="Imagem 9" descr="Twitter-logo-1024x1024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851920" y="2708920"/>
            <a:ext cx="1916832" cy="191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4841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Conteúdo 2"/>
          <p:cNvSpPr txBox="1">
            <a:spLocks/>
          </p:cNvSpPr>
          <p:nvPr/>
        </p:nvSpPr>
        <p:spPr>
          <a:xfrm>
            <a:off x="914400" y="260648"/>
            <a:ext cx="8050088" cy="6336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3600" b="1" noProof="0" dirty="0"/>
              <a:t>Cassandra </a:t>
            </a:r>
            <a:r>
              <a:rPr lang="pt-BR" sz="3600" b="1" noProof="0" dirty="0" err="1"/>
              <a:t>vs</a:t>
            </a:r>
            <a:r>
              <a:rPr lang="pt-BR" sz="3600" b="1" noProof="0" dirty="0"/>
              <a:t> </a:t>
            </a:r>
            <a:r>
              <a:rPr lang="pt-BR" sz="3600" b="1" noProof="0" dirty="0" err="1"/>
              <a:t>MySQL</a:t>
            </a:r>
            <a:r>
              <a:rPr lang="pt-BR" sz="3600" b="1" noProof="0" dirty="0"/>
              <a:t> (50GB)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36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3600" dirty="0" err="1"/>
              <a:t>MySQL</a:t>
            </a:r>
            <a:r>
              <a:rPr lang="pt-BR" sz="3600" dirty="0"/>
              <a:t>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3600" dirty="0"/>
              <a:t>	~300ms </a:t>
            </a:r>
            <a:r>
              <a:rPr lang="pt-BR" sz="3600" dirty="0" err="1"/>
              <a:t>write</a:t>
            </a:r>
            <a:endParaRPr lang="pt-BR" sz="36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3600" dirty="0"/>
              <a:t>	~350ms read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3600" dirty="0"/>
              <a:t>Cassandra: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3600" dirty="0"/>
              <a:t>	~0.12</a:t>
            </a:r>
            <a:r>
              <a:rPr lang="pt-BR" sz="3600" dirty="0" err="1"/>
              <a:t>ms</a:t>
            </a:r>
            <a:r>
              <a:rPr lang="pt-BR" sz="3600" dirty="0"/>
              <a:t> </a:t>
            </a:r>
            <a:r>
              <a:rPr lang="pt-BR" sz="3600" dirty="0" err="1"/>
              <a:t>write</a:t>
            </a:r>
            <a:endParaRPr lang="pt-BR" sz="36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3600" dirty="0"/>
              <a:t>	~15ms read</a:t>
            </a:r>
            <a:endParaRPr kumimoji="0" lang="pt-BR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3600" dirty="0"/>
          </a:p>
        </p:txBody>
      </p:sp>
      <p:sp>
        <p:nvSpPr>
          <p:cNvPr id="4" name="Retângulo 3"/>
          <p:cNvSpPr/>
          <p:nvPr/>
        </p:nvSpPr>
        <p:spPr>
          <a:xfrm flipH="1">
            <a:off x="214282" y="285728"/>
            <a:ext cx="428628" cy="62865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 descr="cassandra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00392" y="6021288"/>
            <a:ext cx="864096" cy="565983"/>
          </a:xfrm>
          <a:prstGeom prst="rect">
            <a:avLst/>
          </a:prstGeom>
        </p:spPr>
      </p:pic>
      <p:pic>
        <p:nvPicPr>
          <p:cNvPr id="6" name="Imagem 5" descr="104821260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355976" y="1844824"/>
            <a:ext cx="4320480" cy="354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277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alphaModFix/>
            <a:lum/>
          </a:blip>
          <a:srcRect/>
          <a:stretch>
            <a:fillRect/>
          </a:stretch>
        </p:blipFill>
        <p:spPr>
          <a:xfrm>
            <a:off x="827584" y="260647"/>
            <a:ext cx="7776864" cy="58326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tângulo 4"/>
          <p:cNvSpPr/>
          <p:nvPr/>
        </p:nvSpPr>
        <p:spPr>
          <a:xfrm flipH="1">
            <a:off x="214282" y="285728"/>
            <a:ext cx="428628" cy="62865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descr="cassandra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00392" y="6021288"/>
            <a:ext cx="864096" cy="56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21218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827584" y="2132856"/>
            <a:ext cx="7848872" cy="32316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sz="4000" dirty="0">
                <a:latin typeface="Sketch Rockwell" pitchFamily="2" charset="0"/>
              </a:rPr>
              <a:t> Data </a:t>
            </a:r>
            <a:r>
              <a:rPr lang="pt-BR" sz="4000" dirty="0" err="1">
                <a:latin typeface="Sketch Rockwell" pitchFamily="2" charset="0"/>
              </a:rPr>
              <a:t>Structure</a:t>
            </a:r>
            <a:r>
              <a:rPr lang="pt-BR" sz="4000" dirty="0">
                <a:latin typeface="Sketch Rockwell" pitchFamily="2" charset="0"/>
              </a:rPr>
              <a:t> Server</a:t>
            </a:r>
          </a:p>
          <a:p>
            <a:pPr>
              <a:buFont typeface="Arial" pitchFamily="34" charset="0"/>
              <a:buChar char="•"/>
            </a:pPr>
            <a:r>
              <a:rPr lang="pt-BR" sz="4000" dirty="0">
                <a:latin typeface="Sketch Rockwell" pitchFamily="2" charset="0"/>
              </a:rPr>
              <a:t> </a:t>
            </a:r>
            <a:r>
              <a:rPr lang="pt-BR" sz="4000" dirty="0" err="1">
                <a:latin typeface="Sketch Rockwell" pitchFamily="2" charset="0"/>
              </a:rPr>
              <a:t>In-memory</a:t>
            </a:r>
            <a:r>
              <a:rPr lang="pt-BR" sz="4000" dirty="0">
                <a:latin typeface="Sketch Rockwell" pitchFamily="2" charset="0"/>
              </a:rPr>
              <a:t> </a:t>
            </a:r>
            <a:r>
              <a:rPr lang="pt-BR" sz="4000" dirty="0" err="1">
                <a:latin typeface="Sketch Rockwell" pitchFamily="2" charset="0"/>
              </a:rPr>
              <a:t>dataset</a:t>
            </a:r>
            <a:endParaRPr lang="pt-BR" sz="4000" dirty="0">
              <a:latin typeface="Sketch Rockwell" pitchFamily="2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4000" dirty="0">
                <a:latin typeface="Sketch Rockwell" pitchFamily="2" charset="0"/>
              </a:rPr>
              <a:t> Persistence options</a:t>
            </a:r>
            <a:endParaRPr lang="pt-BR" sz="4000" dirty="0">
              <a:latin typeface="Sketch Rockwell" pitchFamily="2" charset="0"/>
            </a:endParaRPr>
          </a:p>
          <a:p>
            <a:endParaRPr lang="pt-BR" sz="4000" dirty="0">
              <a:latin typeface="Sketch Rockwell" pitchFamily="2" charset="0"/>
            </a:endParaRPr>
          </a:p>
          <a:p>
            <a:pPr algn="ctr"/>
            <a:endParaRPr lang="pt-BR" sz="4400" b="1" dirty="0"/>
          </a:p>
        </p:txBody>
      </p:sp>
      <p:pic>
        <p:nvPicPr>
          <p:cNvPr id="8" name="Imagem 7" descr="redis_logo_06_11_1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99592" y="332656"/>
            <a:ext cx="4752532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2116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395536" y="332656"/>
            <a:ext cx="7848872" cy="63094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sz="4000" dirty="0">
                <a:latin typeface="Sketch Rockwell" pitchFamily="2" charset="0"/>
              </a:rPr>
              <a:t> CPU performance 175X (96)</a:t>
            </a:r>
          </a:p>
          <a:p>
            <a:pPr>
              <a:buFont typeface="Arial" pitchFamily="34" charset="0"/>
              <a:buChar char="•"/>
            </a:pPr>
            <a:r>
              <a:rPr lang="pt-BR" sz="4000" dirty="0">
                <a:latin typeface="Sketch Rockwell" pitchFamily="2" charset="0"/>
              </a:rPr>
              <a:t> Os discos continuam iguais</a:t>
            </a:r>
          </a:p>
          <a:p>
            <a:pPr>
              <a:buFont typeface="Arial" pitchFamily="34" charset="0"/>
              <a:buChar char="•"/>
            </a:pPr>
            <a:endParaRPr lang="pt-BR" sz="4000" dirty="0">
              <a:latin typeface="Sketch Rockwell" pitchFamily="2" charset="0"/>
            </a:endParaRPr>
          </a:p>
          <a:p>
            <a:pPr>
              <a:buFont typeface="Arial" pitchFamily="34" charset="0"/>
              <a:buChar char="•"/>
            </a:pPr>
            <a:endParaRPr lang="pt-BR" sz="4000" dirty="0">
              <a:latin typeface="Sketch Rockwell" pitchFamily="2" charset="0"/>
            </a:endParaRPr>
          </a:p>
          <a:p>
            <a:pPr>
              <a:buFont typeface="Arial" pitchFamily="34" charset="0"/>
              <a:buChar char="•"/>
            </a:pPr>
            <a:endParaRPr lang="pt-BR" sz="4000" dirty="0">
              <a:latin typeface="Sketch Rockwell" pitchFamily="2" charset="0"/>
            </a:endParaRPr>
          </a:p>
          <a:p>
            <a:pPr>
              <a:buFont typeface="Arial" pitchFamily="34" charset="0"/>
              <a:buChar char="•"/>
            </a:pPr>
            <a:endParaRPr lang="pt-BR" sz="4000" dirty="0">
              <a:latin typeface="Sketch Rockwell" pitchFamily="2" charset="0"/>
            </a:endParaRPr>
          </a:p>
          <a:p>
            <a:pPr>
              <a:buFont typeface="Arial" pitchFamily="34" charset="0"/>
              <a:buChar char="•"/>
            </a:pPr>
            <a:endParaRPr lang="pt-BR" sz="4000" dirty="0">
              <a:latin typeface="Sketch Rockwell" pitchFamily="2" charset="0"/>
            </a:endParaRPr>
          </a:p>
          <a:p>
            <a:pPr>
              <a:buFont typeface="Arial" pitchFamily="34" charset="0"/>
              <a:buChar char="•"/>
            </a:pPr>
            <a:r>
              <a:rPr lang="pt-BR" sz="4000" dirty="0">
                <a:latin typeface="Sketch Rockwell" pitchFamily="2" charset="0"/>
              </a:rPr>
              <a:t> Memory 1M </a:t>
            </a:r>
            <a:r>
              <a:rPr lang="pt-BR" sz="4000" dirty="0" err="1">
                <a:latin typeface="Sketch Rockwell" pitchFamily="2" charset="0"/>
              </a:rPr>
              <a:t>faster</a:t>
            </a:r>
            <a:endParaRPr lang="pt-BR" sz="4000" dirty="0">
              <a:latin typeface="Sketch Rockwell" pitchFamily="2" charset="0"/>
            </a:endParaRPr>
          </a:p>
          <a:p>
            <a:pPr>
              <a:buFont typeface="Arial" pitchFamily="34" charset="0"/>
              <a:buChar char="•"/>
            </a:pPr>
            <a:r>
              <a:rPr lang="pt-BR" sz="4000" dirty="0">
                <a:latin typeface="Sketch Rockwell" pitchFamily="2" charset="0"/>
              </a:rPr>
              <a:t> 1M = $1 (2000) x 1 </a:t>
            </a:r>
            <a:r>
              <a:rPr lang="pt-BR" sz="4000" dirty="0" err="1">
                <a:latin typeface="Sketch Rockwell" pitchFamily="2" charset="0"/>
              </a:rPr>
              <a:t>cent</a:t>
            </a:r>
            <a:r>
              <a:rPr lang="pt-BR" sz="4000" dirty="0">
                <a:latin typeface="Sketch Rockwell" pitchFamily="2" charset="0"/>
              </a:rPr>
              <a:t> (2010)</a:t>
            </a:r>
          </a:p>
          <a:p>
            <a:pPr algn="ctr"/>
            <a:endParaRPr lang="pt-BR" sz="4400" b="1" dirty="0"/>
          </a:p>
        </p:txBody>
      </p:sp>
      <p:pic>
        <p:nvPicPr>
          <p:cNvPr id="9" name="Imagem 8" descr="11345653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39752" y="1772816"/>
            <a:ext cx="3888432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5106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116632"/>
            <a:ext cx="8229600" cy="5822107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sz="6000" dirty="0">
              <a:latin typeface="Sketch Rockwell" pitchFamily="2" charset="0"/>
              <a:cs typeface="Courier New" pitchFamily="49" charset="0"/>
            </a:endParaRPr>
          </a:p>
          <a:p>
            <a:pPr algn="ctr">
              <a:buNone/>
            </a:pPr>
            <a:endParaRPr lang="en-US" sz="6000" dirty="0">
              <a:latin typeface="Sketch Rockwell" pitchFamily="2" charset="0"/>
              <a:cs typeface="Courier New" pitchFamily="49" charset="0"/>
            </a:endParaRPr>
          </a:p>
          <a:p>
            <a:pPr algn="ctr">
              <a:buNone/>
            </a:pPr>
            <a:r>
              <a:rPr lang="en-US" sz="6000" dirty="0">
                <a:latin typeface="Sketch Rockwell" pitchFamily="2" charset="0"/>
                <a:cs typeface="Courier New" pitchFamily="49" charset="0"/>
              </a:rPr>
              <a:t>Talk is cheap. </a:t>
            </a:r>
          </a:p>
          <a:p>
            <a:pPr algn="ctr">
              <a:buNone/>
            </a:pPr>
            <a:r>
              <a:rPr lang="en-US" sz="6000" dirty="0">
                <a:latin typeface="Sketch Rockwell" pitchFamily="2" charset="0"/>
                <a:cs typeface="Courier New" pitchFamily="49" charset="0"/>
              </a:rPr>
              <a:t>Show me the code.</a:t>
            </a:r>
          </a:p>
          <a:p>
            <a:pPr algn="r">
              <a:buNone/>
            </a:pPr>
            <a:r>
              <a:rPr lang="en-US" sz="2000" dirty="0" err="1">
                <a:latin typeface="Sketch Rockwell" pitchFamily="2" charset="0"/>
                <a:cs typeface="Courier New" pitchFamily="49" charset="0"/>
              </a:rPr>
              <a:t>Linus</a:t>
            </a:r>
            <a:r>
              <a:rPr lang="en-US" sz="2000" dirty="0">
                <a:latin typeface="Sketch Rockwell" pitchFamily="2" charset="0"/>
                <a:cs typeface="Courier New" pitchFamily="49" charset="0"/>
              </a:rPr>
              <a:t> </a:t>
            </a:r>
            <a:r>
              <a:rPr lang="en-US" sz="2000" dirty="0" err="1">
                <a:latin typeface="Sketch Rockwell" pitchFamily="2" charset="0"/>
                <a:cs typeface="Courier New" pitchFamily="49" charset="0"/>
              </a:rPr>
              <a:t>Torvalds</a:t>
            </a:r>
            <a:endParaRPr lang="pt-BR" sz="6600" dirty="0">
              <a:latin typeface="Sketch Rockwell" pitchFamily="2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7834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1" y="980728"/>
            <a:ext cx="8601075" cy="505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 err="1">
                <a:latin typeface="Sketch Rockwell" pitchFamily="2" charset="0"/>
              </a:rPr>
              <a:t>MongoDB</a:t>
            </a:r>
            <a:r>
              <a:rPr lang="pt-BR" sz="4000" dirty="0">
                <a:latin typeface="Sketch Rockwell" pitchFamily="2" charset="0"/>
              </a:rPr>
              <a:t> Server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7972296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087" y="980728"/>
            <a:ext cx="8352928" cy="5220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latin typeface="Sketch Rockwell" pitchFamily="2" charset="0"/>
              </a:rPr>
              <a:t>Cassandra Server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362742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143000"/>
            <a:ext cx="8410534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latin typeface="Sketch Rockwell" pitchFamily="2" charset="0"/>
              </a:rPr>
              <a:t>Cassandra Server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374779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932" y="1196752"/>
            <a:ext cx="7953375" cy="477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latin typeface="Sketch Rockwell" pitchFamily="2" charset="0"/>
              </a:rPr>
              <a:t>Redis Server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949702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755576" y="6025921"/>
            <a:ext cx="597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Obs.: não aparece o </a:t>
            </a:r>
            <a:r>
              <a:rPr lang="pt-BR" dirty="0" err="1"/>
              <a:t>token</a:t>
            </a:r>
            <a:r>
              <a:rPr lang="pt-BR" dirty="0"/>
              <a:t> de autenticação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362" y="1417410"/>
            <a:ext cx="8319262" cy="4608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 err="1">
                <a:latin typeface="Sketch Rockwell" pitchFamily="2" charset="0"/>
              </a:rPr>
              <a:t>Twitter</a:t>
            </a:r>
            <a:r>
              <a:rPr lang="pt-BR" sz="4000" dirty="0">
                <a:latin typeface="Sketch Rockwell" pitchFamily="2" charset="0"/>
              </a:rPr>
              <a:t> </a:t>
            </a:r>
            <a:r>
              <a:rPr lang="pt-BR" sz="4000" dirty="0" err="1">
                <a:latin typeface="Sketch Rockwell" pitchFamily="2" charset="0"/>
              </a:rPr>
              <a:t>and</a:t>
            </a:r>
            <a:r>
              <a:rPr lang="pt-BR" sz="4000" dirty="0">
                <a:latin typeface="Sketch Rockwell" pitchFamily="2" charset="0"/>
              </a:rPr>
              <a:t> </a:t>
            </a:r>
            <a:r>
              <a:rPr lang="pt-BR" sz="4000" dirty="0" err="1">
                <a:latin typeface="Sketch Rockwell" pitchFamily="2" charset="0"/>
              </a:rPr>
              <a:t>Facebook</a:t>
            </a:r>
            <a:r>
              <a:rPr lang="pt-BR" sz="4000" dirty="0">
                <a:latin typeface="Sketch Rockwell" pitchFamily="2" charset="0"/>
              </a:rPr>
              <a:t> data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347604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660954"/>
            <a:ext cx="775335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 err="1">
                <a:latin typeface="Sketch Rockwell" pitchFamily="2" charset="0"/>
              </a:rPr>
              <a:t>Pymongo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5261709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2319338"/>
            <a:ext cx="8115300" cy="221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latin typeface="Sketch Rockwell" pitchFamily="2" charset="0"/>
              </a:rPr>
              <a:t>Redis-</a:t>
            </a:r>
            <a:r>
              <a:rPr lang="pt-BR" sz="4000" dirty="0" err="1">
                <a:latin typeface="Sketch Rockwell" pitchFamily="2" charset="0"/>
              </a:rPr>
              <a:t>py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195602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476375"/>
            <a:ext cx="7134225" cy="390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 err="1">
                <a:latin typeface="Sketch Rockwell" pitchFamily="2" charset="0"/>
              </a:rPr>
              <a:t>Pycassa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588923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79" y="1412776"/>
            <a:ext cx="8843417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 err="1">
                <a:latin typeface="Sketch Rockwell" pitchFamily="2" charset="0"/>
              </a:rPr>
              <a:t>Pymongo</a:t>
            </a:r>
            <a:r>
              <a:rPr lang="pt-BR" sz="4000" dirty="0">
                <a:latin typeface="Sketch Rockwell" pitchFamily="2" charset="0"/>
              </a:rPr>
              <a:t> response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016693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700808"/>
            <a:ext cx="2352675" cy="409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latin typeface="Sketch Rockwell" pitchFamily="2" charset="0"/>
              </a:rPr>
              <a:t>Redis-</a:t>
            </a:r>
            <a:r>
              <a:rPr lang="pt-BR" sz="4000" dirty="0" err="1">
                <a:latin typeface="Sketch Rockwell" pitchFamily="2" charset="0"/>
              </a:rPr>
              <a:t>py</a:t>
            </a:r>
            <a:r>
              <a:rPr lang="pt-BR" sz="4000" dirty="0">
                <a:latin typeface="Sketch Rockwell" pitchFamily="2" charset="0"/>
              </a:rPr>
              <a:t> response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04912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12776"/>
            <a:ext cx="8857529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 err="1">
                <a:latin typeface="Sketch Rockwell" pitchFamily="2" charset="0"/>
              </a:rPr>
              <a:t>Pycassa</a:t>
            </a:r>
            <a:r>
              <a:rPr lang="pt-BR" sz="4000" dirty="0">
                <a:latin typeface="Sketch Rockwell" pitchFamily="2" charset="0"/>
              </a:rPr>
              <a:t> response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349340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14348" y="285728"/>
            <a:ext cx="8215370" cy="6286544"/>
          </a:xfrm>
        </p:spPr>
        <p:txBody>
          <a:bodyPr>
            <a:normAutofit/>
          </a:bodyPr>
          <a:lstStyle/>
          <a:p>
            <a:pPr lvl="1">
              <a:buNone/>
            </a:pPr>
            <a:endParaRPr lang="pt-BR" sz="20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</p:txBody>
      </p:sp>
      <p:sp>
        <p:nvSpPr>
          <p:cNvPr id="12" name="Espaço Reservado para Conteúdo 2"/>
          <p:cNvSpPr txBox="1">
            <a:spLocks/>
          </p:cNvSpPr>
          <p:nvPr/>
        </p:nvSpPr>
        <p:spPr>
          <a:xfrm>
            <a:off x="914400" y="4149080"/>
            <a:ext cx="8050088" cy="2448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3600" dirty="0"/>
              <a:t>	</a:t>
            </a:r>
            <a:endParaRPr kumimoji="0" lang="pt-BR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268760"/>
            <a:ext cx="4511230" cy="5433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 err="1">
                <a:latin typeface="Sketch Rockwell" pitchFamily="2" charset="0"/>
              </a:rPr>
              <a:t>Bigliografia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6636880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14348" y="285728"/>
            <a:ext cx="8215370" cy="6286544"/>
          </a:xfrm>
        </p:spPr>
        <p:txBody>
          <a:bodyPr>
            <a:normAutofit/>
          </a:bodyPr>
          <a:lstStyle/>
          <a:p>
            <a:pPr lvl="1">
              <a:buNone/>
            </a:pPr>
            <a:endParaRPr lang="pt-BR" sz="20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</p:txBody>
      </p:sp>
      <p:sp>
        <p:nvSpPr>
          <p:cNvPr id="12" name="Espaço Reservado para Conteúdo 2"/>
          <p:cNvSpPr txBox="1">
            <a:spLocks/>
          </p:cNvSpPr>
          <p:nvPr/>
        </p:nvSpPr>
        <p:spPr>
          <a:xfrm>
            <a:off x="914400" y="4149080"/>
            <a:ext cx="8050088" cy="2448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3600" dirty="0"/>
              <a:t>	</a:t>
            </a:r>
            <a:endParaRPr kumimoji="0" lang="pt-BR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196752"/>
            <a:ext cx="4195738" cy="5488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 err="1">
                <a:latin typeface="Sketch Rockwell" pitchFamily="2" charset="0"/>
              </a:rPr>
              <a:t>Bigliografia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643802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14348" y="285728"/>
            <a:ext cx="8215370" cy="6286544"/>
          </a:xfrm>
        </p:spPr>
        <p:txBody>
          <a:bodyPr>
            <a:normAutofit/>
          </a:bodyPr>
          <a:lstStyle/>
          <a:p>
            <a:pPr lvl="1">
              <a:buNone/>
            </a:pPr>
            <a:endParaRPr lang="pt-BR" sz="20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</p:txBody>
      </p:sp>
      <p:sp>
        <p:nvSpPr>
          <p:cNvPr id="12" name="Espaço Reservado para Conteúdo 2"/>
          <p:cNvSpPr txBox="1">
            <a:spLocks/>
          </p:cNvSpPr>
          <p:nvPr/>
        </p:nvSpPr>
        <p:spPr>
          <a:xfrm>
            <a:off x="914400" y="4149080"/>
            <a:ext cx="8050088" cy="2448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3600" dirty="0"/>
              <a:t>	</a:t>
            </a:r>
            <a:endParaRPr kumimoji="0" lang="pt-BR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ítulo 2"/>
          <p:cNvSpPr txBox="1">
            <a:spLocks/>
          </p:cNvSpPr>
          <p:nvPr/>
        </p:nvSpPr>
        <p:spPr>
          <a:xfrm>
            <a:off x="4298" y="0"/>
            <a:ext cx="9139702" cy="11430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 err="1">
                <a:latin typeface="Sketch Rockwell" pitchFamily="2" charset="0"/>
              </a:rPr>
              <a:t>Bigliografia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35" y="1340768"/>
            <a:ext cx="7526828" cy="4230535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685717" y="5615426"/>
            <a:ext cx="77768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Sketch Rockwell" pitchFamily="2" charset="0"/>
                <a:hlinkClick r:id="rId4"/>
              </a:rPr>
              <a:t>Google IO 2012 - SQL </a:t>
            </a:r>
            <a:r>
              <a:rPr lang="en-US" sz="3200" dirty="0" err="1">
                <a:latin typeface="Sketch Rockwell" pitchFamily="2" charset="0"/>
                <a:hlinkClick r:id="rId4"/>
              </a:rPr>
              <a:t>vs</a:t>
            </a:r>
            <a:r>
              <a:rPr lang="en-US" sz="3200" dirty="0">
                <a:latin typeface="Sketch Rockwell" pitchFamily="2" charset="0"/>
                <a:hlinkClick r:id="rId4"/>
              </a:rPr>
              <a:t> </a:t>
            </a:r>
            <a:r>
              <a:rPr lang="en-US" sz="3200" dirty="0" err="1">
                <a:latin typeface="Sketch Rockwell" pitchFamily="2" charset="0"/>
                <a:hlinkClick r:id="rId4"/>
              </a:rPr>
              <a:t>NoSQL</a:t>
            </a:r>
            <a:r>
              <a:rPr lang="en-US" sz="3200" dirty="0">
                <a:latin typeface="Sketch Rockwell" pitchFamily="2" charset="0"/>
                <a:hlinkClick r:id="rId4"/>
              </a:rPr>
              <a:t> Battle of the </a:t>
            </a:r>
            <a:r>
              <a:rPr lang="en-US" sz="3200" dirty="0" err="1">
                <a:latin typeface="Sketch Rockwell" pitchFamily="2" charset="0"/>
                <a:hlinkClick r:id="rId4"/>
              </a:rPr>
              <a:t>Backends</a:t>
            </a:r>
            <a:endParaRPr lang="pt-BR" sz="3200" dirty="0">
              <a:latin typeface="Sketch Rockwel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64717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2"/>
          <p:cNvSpPr txBox="1">
            <a:spLocks/>
          </p:cNvSpPr>
          <p:nvPr/>
        </p:nvSpPr>
        <p:spPr>
          <a:xfrm>
            <a:off x="617370" y="836712"/>
            <a:ext cx="8050088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 algn="ctr">
              <a:spcBef>
                <a:spcPct val="20000"/>
              </a:spcBef>
            </a:pPr>
            <a:r>
              <a:rPr lang="pt-BR" sz="4800">
                <a:latin typeface="Sketch Rockwell" pitchFamily="2" charset="0"/>
              </a:rPr>
              <a:t>Questions?</a:t>
            </a:r>
            <a:endParaRPr lang="pt-BR" sz="4800" dirty="0">
              <a:latin typeface="Sketch Rockwell" pitchFamily="2" charset="0"/>
            </a:endParaRPr>
          </a:p>
        </p:txBody>
      </p:sp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546956" y="3284984"/>
            <a:ext cx="8050088" cy="7920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lvl="0" indent="-342900" algn="ctr">
              <a:spcBef>
                <a:spcPct val="20000"/>
              </a:spcBef>
            </a:pPr>
            <a:r>
              <a:rPr lang="pt-BR" sz="4800" dirty="0">
                <a:latin typeface="Sketch Rockwell" panose="02000000000000000000" pitchFamily="2" charset="0"/>
                <a:hlinkClick r:id="rId3"/>
              </a:rPr>
              <a:t>https://linktr.ee/fmasanori</a:t>
            </a:r>
            <a:endParaRPr lang="pt-BR" sz="4800" dirty="0">
              <a:solidFill>
                <a:schemeClr val="tx2">
                  <a:lumMod val="75000"/>
                </a:schemeClr>
              </a:solidFill>
              <a:latin typeface="Sketch Rockwel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4001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1580</TotalTime>
  <Words>1261</Words>
  <Application>Microsoft Office PowerPoint</Application>
  <PresentationFormat>Apresentação na tela (4:3)</PresentationFormat>
  <Paragraphs>377</Paragraphs>
  <Slides>86</Slides>
  <Notes>33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86</vt:i4>
      </vt:variant>
    </vt:vector>
  </HeadingPairs>
  <TitlesOfParts>
    <vt:vector size="93" baseType="lpstr">
      <vt:lpstr>Arial</vt:lpstr>
      <vt:lpstr>Calibri</vt:lpstr>
      <vt:lpstr>Courier New</vt:lpstr>
      <vt:lpstr>Sketch Rockwell</vt:lpstr>
      <vt:lpstr>Wingdings</vt:lpstr>
      <vt:lpstr>Tema do Office</vt:lpstr>
      <vt:lpstr>Visio</vt:lpstr>
      <vt:lpstr>Apresentação do PowerPoint</vt:lpstr>
      <vt:lpstr>Como comecei com NoSQL</vt:lpstr>
      <vt:lpstr>Origem</vt:lpstr>
      <vt:lpstr>Star Schema</vt:lpstr>
      <vt:lpstr>Denormalizing</vt:lpstr>
      <vt:lpstr>Denormalizing</vt:lpstr>
      <vt:lpstr>Operational x Analytics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JSON persistence</vt:lpstr>
      <vt:lpstr>Casdinho</vt:lpstr>
      <vt:lpstr>Sentiment Analysis (Twitter)</vt:lpstr>
      <vt:lpstr>Sentiment Analysis (Twitter)</vt:lpstr>
      <vt:lpstr>Sentiment Analysis (Facebook)</vt:lpstr>
      <vt:lpstr>Sentiment Analysis (Facebook)</vt:lpstr>
      <vt:lpstr>Campos opcionais</vt:lpstr>
      <vt:lpstr>Snowflakes like documents</vt:lpstr>
      <vt:lpstr>Non Relational</vt:lpstr>
      <vt:lpstr>JSON persistence</vt:lpstr>
      <vt:lpstr>NoSQL?</vt:lpstr>
      <vt:lpstr>One Size Fits All</vt:lpstr>
      <vt:lpstr>NoSQL</vt:lpstr>
      <vt:lpstr>Apresentação do PowerPoint</vt:lpstr>
      <vt:lpstr>Apresentação do PowerPoint</vt:lpstr>
      <vt:lpstr>Flexible Schema</vt:lpstr>
      <vt:lpstr>Apresentação do PowerPoint</vt:lpstr>
      <vt:lpstr>Apresentação do PowerPoint</vt:lpstr>
      <vt:lpstr>Apresentação do PowerPoint</vt:lpstr>
      <vt:lpstr>Costumers Orders</vt:lpstr>
      <vt:lpstr>Costumers</vt:lpstr>
      <vt:lpstr>Questions vs Answers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MongoDB</vt:lpstr>
      <vt:lpstr>MongoDB</vt:lpstr>
      <vt:lpstr>Terminology</vt:lpstr>
      <vt:lpstr>Dynamic and Flexible</vt:lpstr>
      <vt:lpstr>MongoDB</vt:lpstr>
      <vt:lpstr>MongoDB</vt:lpstr>
      <vt:lpstr>MongoDB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massa</dc:creator>
  <cp:lastModifiedBy>Fernando Masanori</cp:lastModifiedBy>
  <cp:revision>194</cp:revision>
  <dcterms:created xsi:type="dcterms:W3CDTF">2013-05-20T13:50:08Z</dcterms:created>
  <dcterms:modified xsi:type="dcterms:W3CDTF">2024-04-03T23:48:00Z</dcterms:modified>
</cp:coreProperties>
</file>